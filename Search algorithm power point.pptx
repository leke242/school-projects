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58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day, sir/ma’am. Today I’m presenting Iterative Deepening Depth-First Search, also known as IDDFS. I’ll explain what it is, how it works, and where it is applied in real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IDDFS is a search algorithm that combines the ideas of Depth-First Search and Breadth-First Search. It performs a depth-first search but with a depth limit that increases gradually.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reason we use IDDFS is because DFS uses very little memory but does not guarantee the shortest solution, while BFS guarantees the shortest solution but uses a lot of memory. IDDFS balances these two by being both memory-efficient and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algorithm starts by setting the depth limit to zero and performing a depth-limited DFS. If the goal is not found, the depth limit is increased by one and the search is repeated until the goal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diagram shows how IDDFS works on a search tree. The algorithm first explores only the root, then nodes at depth one, then depth two, and so on, until it reaches the level where the goal node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IDDFS is complete, meaning it will always find a solution if one exists. It is also optimal when all step costs are equal. Although nodes are revisited, the space complexity remains low compared to BFS.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real-life application of IDDFS is in game-playing AI, such as chess engines. The algorithm searches possible moves to increasing depths and always keeps the best move found within the time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IDDFS is a useful search algorithm when the depth of the solution is unknown, memory is limited, and an optimal solution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Iterative Deepening Depth-First Search (IDDFS)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36E6B6-1F43-31C8-D717-BF888456DE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IDDFS?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IDDFS is a search algorithm that uses depth-first search with a depth limit. The search is repeated with increasing depth limits until the shallowest solution is found using low memory.</a:t>
            </a:r>
          </a:p>
          <a:p>
            <a:endParaRPr lang="en-US" dirty="0"/>
          </a:p>
          <a:p>
            <a:r>
              <a:rPr dirty="0"/>
              <a:t>IDDFS is a search algorithm that combines the advantages of DFS and BFS.</a:t>
            </a:r>
          </a:p>
          <a:p>
            <a:endParaRPr dirty="0"/>
          </a:p>
          <a:p>
            <a:r>
              <a:rPr dirty="0"/>
              <a:t> Uses DFS but with a depth limit</a:t>
            </a:r>
          </a:p>
          <a:p>
            <a:r>
              <a:rPr dirty="0"/>
              <a:t> Repeats the search with increasing depth limits</a:t>
            </a:r>
          </a:p>
          <a:p>
            <a:r>
              <a:rPr dirty="0"/>
              <a:t> Finds the shallowest solution using low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IDDFS?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DFS: Low memory but not optimal</a:t>
            </a:r>
          </a:p>
          <a:p>
            <a:r>
              <a:rPr dirty="0"/>
              <a:t>BFS: Optimal but very high memory usage</a:t>
            </a:r>
          </a:p>
          <a:p>
            <a:endParaRPr dirty="0"/>
          </a:p>
          <a:p>
            <a:r>
              <a:rPr dirty="0"/>
              <a:t>IDDFS:</a:t>
            </a:r>
          </a:p>
          <a:p>
            <a:r>
              <a:rPr dirty="0"/>
              <a:t> Optimal (like BFS)</a:t>
            </a:r>
          </a:p>
          <a:p>
            <a:r>
              <a:rPr dirty="0"/>
              <a:t> </a:t>
            </a:r>
            <a:r>
              <a:rPr lang="en-US" dirty="0"/>
              <a:t>It uses l</a:t>
            </a:r>
            <a:r>
              <a:rPr dirty="0"/>
              <a:t>ow memory (like DFS)</a:t>
            </a:r>
          </a:p>
          <a:p>
            <a:r>
              <a:rPr dirty="0"/>
              <a:t> Suitable when solution depth is 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IDDFS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Set depth limit = 0</a:t>
            </a:r>
          </a:p>
          <a:p>
            <a:pPr marL="0" indent="0">
              <a:buNone/>
            </a:pPr>
            <a:r>
              <a:rPr dirty="0"/>
              <a:t>2. Run Depth-Limited DFS</a:t>
            </a:r>
          </a:p>
          <a:p>
            <a:pPr marL="0" indent="0">
              <a:buNone/>
            </a:pPr>
            <a:r>
              <a:rPr dirty="0"/>
              <a:t>3. If goal not found, increase depth limit</a:t>
            </a:r>
          </a:p>
          <a:p>
            <a:pPr marL="0" indent="0">
              <a:buNone/>
            </a:pPr>
            <a:r>
              <a:rPr dirty="0"/>
              <a:t>4. Repeat until goal is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The algorithm explores one level at a time, but within each level it uses depth-first search until the depth limit is reached.</a:t>
            </a:r>
          </a:p>
          <a:p>
            <a:endParaRPr lang="en-US" dirty="0"/>
          </a:p>
          <a:p>
            <a:r>
              <a:rPr dirty="0"/>
              <a:t>Search Tree Example:</a:t>
            </a:r>
          </a:p>
          <a:p>
            <a:endParaRPr dirty="0"/>
          </a:p>
          <a:p>
            <a:r>
              <a:rPr dirty="0"/>
              <a:t>        A</a:t>
            </a:r>
          </a:p>
          <a:p>
            <a:r>
              <a:rPr dirty="0"/>
              <a:t>      /   \</a:t>
            </a:r>
          </a:p>
          <a:p>
            <a:r>
              <a:rPr dirty="0"/>
              <a:t>     B     C</a:t>
            </a:r>
          </a:p>
          <a:p>
            <a:r>
              <a:rPr dirty="0"/>
              <a:t>    / \     \</a:t>
            </a:r>
          </a:p>
          <a:p>
            <a:r>
              <a:rPr dirty="0"/>
              <a:t>   D   E     F</a:t>
            </a:r>
          </a:p>
          <a:p>
            <a:r>
              <a:rPr dirty="0"/>
              <a:t>  /</a:t>
            </a:r>
          </a:p>
          <a:p>
            <a:r>
              <a:rPr dirty="0"/>
              <a:t> G  (Goal)</a:t>
            </a:r>
          </a:p>
          <a:p>
            <a:endParaRPr dirty="0"/>
          </a:p>
          <a:p>
            <a:r>
              <a:rPr dirty="0"/>
              <a:t>IDDFS explores level by level using DFS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Properties of IDDFS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 c</a:t>
            </a:r>
            <a:r>
              <a:rPr dirty="0"/>
              <a:t>omplete</a:t>
            </a:r>
          </a:p>
          <a:p>
            <a:r>
              <a:rPr dirty="0"/>
              <a:t> </a:t>
            </a:r>
            <a:r>
              <a:rPr lang="en-US" dirty="0"/>
              <a:t>Its o</a:t>
            </a:r>
            <a:r>
              <a:rPr dirty="0"/>
              <a:t>ptimal (unit step cost)</a:t>
            </a:r>
          </a:p>
          <a:p>
            <a:r>
              <a:rPr dirty="0"/>
              <a:t>Time Complexity: O(</a:t>
            </a:r>
            <a:r>
              <a:rPr dirty="0" err="1"/>
              <a:t>b^d</a:t>
            </a:r>
            <a:r>
              <a:rPr dirty="0"/>
              <a:t>)</a:t>
            </a:r>
          </a:p>
          <a:p>
            <a:r>
              <a:rPr dirty="0"/>
              <a:t> Space Complexity: O(bd)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Application: Game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This algorithm can be used</a:t>
            </a:r>
            <a:r>
              <a:rPr dirty="0"/>
              <a:t> in games like Chess and Puzzle Solvers:</a:t>
            </a:r>
            <a:endParaRPr lang="en-US" dirty="0"/>
          </a:p>
          <a:p>
            <a:r>
              <a:rPr dirty="0"/>
              <a:t>Each move is a node</a:t>
            </a:r>
          </a:p>
          <a:p>
            <a:r>
              <a:rPr dirty="0"/>
              <a:t>Searches future moves incrementally</a:t>
            </a:r>
          </a:p>
          <a:p>
            <a:r>
              <a:rPr dirty="0"/>
              <a:t> Returns best solution within time limits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algorithm searches possible moves to increasing depths and returns the best move found within time limits.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IDDFS:</a:t>
            </a:r>
          </a:p>
          <a:p>
            <a:r>
              <a:t>• Combines DFS and BFS</a:t>
            </a:r>
          </a:p>
          <a:p>
            <a:r>
              <a:t>• Uses low memory</a:t>
            </a:r>
          </a:p>
          <a:p>
            <a:r>
              <a:t>• Finds shortest solution</a:t>
            </a:r>
          </a:p>
          <a:p>
            <a:r>
              <a:t>• Ideal when depth is unknown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625</Words>
  <Application>Microsoft Office PowerPoint</Application>
  <PresentationFormat>On-screen Show (4:3)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Iterative Deepening Depth-First Search (IDDFS)</vt:lpstr>
      <vt:lpstr>What is IDDFS?</vt:lpstr>
      <vt:lpstr>Why Use IDDFS?</vt:lpstr>
      <vt:lpstr>How IDDFS Works</vt:lpstr>
      <vt:lpstr>Visualization</vt:lpstr>
      <vt:lpstr>Key Properties of IDDFS</vt:lpstr>
      <vt:lpstr>Real-Life Application: Game AI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Aleke James</dc:creator>
  <cp:keywords/>
  <dc:description>generated using python-pptx</dc:description>
  <cp:lastModifiedBy>Aleke  James</cp:lastModifiedBy>
  <cp:revision>2</cp:revision>
  <dcterms:created xsi:type="dcterms:W3CDTF">2013-01-27T09:14:16Z</dcterms:created>
  <dcterms:modified xsi:type="dcterms:W3CDTF">2026-01-28T05:29:00Z</dcterms:modified>
  <cp:category/>
</cp:coreProperties>
</file>