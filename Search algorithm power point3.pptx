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7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8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60" r:id="rId3"/>
    <p:sldId id="257" r:id="rId4"/>
    <p:sldId id="258" r:id="rId5"/>
    <p:sldId id="259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63FD0FB-B024-4B25-98B3-DDA1FFE7CAC5}" type="doc">
      <dgm:prSet loTypeId="urn:microsoft.com/office/officeart/2005/8/layout/vList2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ED7B9D5F-F945-4DF8-9E9C-D9364F80B59F}">
      <dgm:prSet/>
      <dgm:spPr/>
      <dgm:t>
        <a:bodyPr/>
        <a:lstStyle/>
        <a:p>
          <a:r>
            <a:rPr lang="en-US" dirty="0"/>
            <a:t>IDDFS is a search algorithm that uses depth-first search with a depth limit. The search is repeated with increasing depth limits until the shallowest solution is found using low memory.</a:t>
          </a:r>
        </a:p>
      </dgm:t>
    </dgm:pt>
    <dgm:pt modelId="{E3E34068-6BAD-4134-A8E2-F90EFF73A588}" type="parTrans" cxnId="{77718E13-E613-4BAC-AC0F-EF4235A043C2}">
      <dgm:prSet/>
      <dgm:spPr/>
      <dgm:t>
        <a:bodyPr/>
        <a:lstStyle/>
        <a:p>
          <a:endParaRPr lang="en-US"/>
        </a:p>
      </dgm:t>
    </dgm:pt>
    <dgm:pt modelId="{46013F15-122E-429D-A5C0-792639FAC4A1}" type="sibTrans" cxnId="{77718E13-E613-4BAC-AC0F-EF4235A043C2}">
      <dgm:prSet/>
      <dgm:spPr/>
      <dgm:t>
        <a:bodyPr/>
        <a:lstStyle/>
        <a:p>
          <a:endParaRPr lang="en-US"/>
        </a:p>
      </dgm:t>
    </dgm:pt>
    <dgm:pt modelId="{5FB321D0-2A2D-44E8-8F0E-7F17EC3ACE32}">
      <dgm:prSet/>
      <dgm:spPr/>
      <dgm:t>
        <a:bodyPr/>
        <a:lstStyle/>
        <a:p>
          <a:r>
            <a:rPr lang="en-US"/>
            <a:t>IDDFS is a search algorithm that combines the advantages of DFS and BFS.</a:t>
          </a:r>
        </a:p>
      </dgm:t>
    </dgm:pt>
    <dgm:pt modelId="{02F866CD-A769-41CD-A425-CD0009729595}" type="parTrans" cxnId="{BB387EB5-4670-4AC8-9963-7F5E15B9A8CC}">
      <dgm:prSet/>
      <dgm:spPr/>
      <dgm:t>
        <a:bodyPr/>
        <a:lstStyle/>
        <a:p>
          <a:endParaRPr lang="en-US"/>
        </a:p>
      </dgm:t>
    </dgm:pt>
    <dgm:pt modelId="{B4CAAA91-9F71-489C-840C-C2D0921E09BE}" type="sibTrans" cxnId="{BB387EB5-4670-4AC8-9963-7F5E15B9A8CC}">
      <dgm:prSet/>
      <dgm:spPr/>
      <dgm:t>
        <a:bodyPr/>
        <a:lstStyle/>
        <a:p>
          <a:endParaRPr lang="en-US"/>
        </a:p>
      </dgm:t>
    </dgm:pt>
    <dgm:pt modelId="{85261348-5947-46DF-B140-9B0DEC2C8D0F}">
      <dgm:prSet/>
      <dgm:spPr/>
      <dgm:t>
        <a:bodyPr/>
        <a:lstStyle/>
        <a:p>
          <a:r>
            <a:rPr lang="en-US"/>
            <a:t>Uses DFS but with a depth limit</a:t>
          </a:r>
        </a:p>
      </dgm:t>
    </dgm:pt>
    <dgm:pt modelId="{6CB6179F-372C-4B78-88B2-348B317CF8FD}" type="parTrans" cxnId="{7C1DBB82-EFD5-4C74-9D72-13F0C8C2BB87}">
      <dgm:prSet/>
      <dgm:spPr/>
      <dgm:t>
        <a:bodyPr/>
        <a:lstStyle/>
        <a:p>
          <a:endParaRPr lang="en-US"/>
        </a:p>
      </dgm:t>
    </dgm:pt>
    <dgm:pt modelId="{7CD8CCB8-5DE6-4500-8EE9-78C659898B83}" type="sibTrans" cxnId="{7C1DBB82-EFD5-4C74-9D72-13F0C8C2BB87}">
      <dgm:prSet/>
      <dgm:spPr/>
      <dgm:t>
        <a:bodyPr/>
        <a:lstStyle/>
        <a:p>
          <a:endParaRPr lang="en-US"/>
        </a:p>
      </dgm:t>
    </dgm:pt>
    <dgm:pt modelId="{F340B0F2-2FEE-4852-8AD3-AF6D5A7FE083}">
      <dgm:prSet/>
      <dgm:spPr/>
      <dgm:t>
        <a:bodyPr/>
        <a:lstStyle/>
        <a:p>
          <a:r>
            <a:rPr lang="en-US"/>
            <a:t>Repeats the search with increasing depth limits</a:t>
          </a:r>
        </a:p>
      </dgm:t>
    </dgm:pt>
    <dgm:pt modelId="{CCC0A558-659E-4664-B188-0EE4FD2EAE43}" type="parTrans" cxnId="{A5E7C4E0-3144-45B1-89B8-F2AB33F8F340}">
      <dgm:prSet/>
      <dgm:spPr/>
      <dgm:t>
        <a:bodyPr/>
        <a:lstStyle/>
        <a:p>
          <a:endParaRPr lang="en-US"/>
        </a:p>
      </dgm:t>
    </dgm:pt>
    <dgm:pt modelId="{00A6CFB4-A208-4BD5-95CD-D39AAE6E6D13}" type="sibTrans" cxnId="{A5E7C4E0-3144-45B1-89B8-F2AB33F8F340}">
      <dgm:prSet/>
      <dgm:spPr/>
      <dgm:t>
        <a:bodyPr/>
        <a:lstStyle/>
        <a:p>
          <a:endParaRPr lang="en-US"/>
        </a:p>
      </dgm:t>
    </dgm:pt>
    <dgm:pt modelId="{BF9918A4-52F3-41DF-A1B0-6A744A04BD9E}">
      <dgm:prSet/>
      <dgm:spPr/>
      <dgm:t>
        <a:bodyPr/>
        <a:lstStyle/>
        <a:p>
          <a:r>
            <a:rPr lang="en-US"/>
            <a:t>Finds the shallowest solution using low memory</a:t>
          </a:r>
        </a:p>
      </dgm:t>
    </dgm:pt>
    <dgm:pt modelId="{6A635081-F41D-4C8C-807D-B9769D2BDB3A}" type="parTrans" cxnId="{F704D962-CBD9-47E6-A060-24B15844BBDB}">
      <dgm:prSet/>
      <dgm:spPr/>
      <dgm:t>
        <a:bodyPr/>
        <a:lstStyle/>
        <a:p>
          <a:endParaRPr lang="en-US"/>
        </a:p>
      </dgm:t>
    </dgm:pt>
    <dgm:pt modelId="{16446980-84EC-420E-A8EE-6E020DFBB6C5}" type="sibTrans" cxnId="{F704D962-CBD9-47E6-A060-24B15844BBDB}">
      <dgm:prSet/>
      <dgm:spPr/>
      <dgm:t>
        <a:bodyPr/>
        <a:lstStyle/>
        <a:p>
          <a:endParaRPr lang="en-US"/>
        </a:p>
      </dgm:t>
    </dgm:pt>
    <dgm:pt modelId="{61C1B5D8-7619-455B-A917-978AB17773C2}" type="pres">
      <dgm:prSet presAssocID="{163FD0FB-B024-4B25-98B3-DDA1FFE7CAC5}" presName="linear" presStyleCnt="0">
        <dgm:presLayoutVars>
          <dgm:animLvl val="lvl"/>
          <dgm:resizeHandles val="exact"/>
        </dgm:presLayoutVars>
      </dgm:prSet>
      <dgm:spPr/>
    </dgm:pt>
    <dgm:pt modelId="{3A35D980-56D9-4250-95AD-3D7E86BC40D3}" type="pres">
      <dgm:prSet presAssocID="{ED7B9D5F-F945-4DF8-9E9C-D9364F80B59F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3D341FAB-EE6C-4410-80E8-5AC87945ACF1}" type="pres">
      <dgm:prSet presAssocID="{46013F15-122E-429D-A5C0-792639FAC4A1}" presName="spacer" presStyleCnt="0"/>
      <dgm:spPr/>
    </dgm:pt>
    <dgm:pt modelId="{AFC510FE-4019-4D9E-B427-D5C9693671F3}" type="pres">
      <dgm:prSet presAssocID="{5FB321D0-2A2D-44E8-8F0E-7F17EC3ACE32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8EFD76DD-68B7-4857-9ABC-8A50DC9760C5}" type="pres">
      <dgm:prSet presAssocID="{B4CAAA91-9F71-489C-840C-C2D0921E09BE}" presName="spacer" presStyleCnt="0"/>
      <dgm:spPr/>
    </dgm:pt>
    <dgm:pt modelId="{1339D6C3-1E68-4E1F-B523-77E15E7D0B02}" type="pres">
      <dgm:prSet presAssocID="{85261348-5947-46DF-B140-9B0DEC2C8D0F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A638F24D-A37A-4FAF-9AC7-BBA2833C1215}" type="pres">
      <dgm:prSet presAssocID="{7CD8CCB8-5DE6-4500-8EE9-78C659898B83}" presName="spacer" presStyleCnt="0"/>
      <dgm:spPr/>
    </dgm:pt>
    <dgm:pt modelId="{54529E1E-D046-41B1-BF10-DC9AFBBCECA2}" type="pres">
      <dgm:prSet presAssocID="{F340B0F2-2FEE-4852-8AD3-AF6D5A7FE083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BBCA09E1-CF33-4962-B693-EA55353A3914}" type="pres">
      <dgm:prSet presAssocID="{00A6CFB4-A208-4BD5-95CD-D39AAE6E6D13}" presName="spacer" presStyleCnt="0"/>
      <dgm:spPr/>
    </dgm:pt>
    <dgm:pt modelId="{1728D462-A719-4F4E-8AA5-DF0A8EF840E1}" type="pres">
      <dgm:prSet presAssocID="{BF9918A4-52F3-41DF-A1B0-6A744A04BD9E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77718E13-E613-4BAC-AC0F-EF4235A043C2}" srcId="{163FD0FB-B024-4B25-98B3-DDA1FFE7CAC5}" destId="{ED7B9D5F-F945-4DF8-9E9C-D9364F80B59F}" srcOrd="0" destOrd="0" parTransId="{E3E34068-6BAD-4134-A8E2-F90EFF73A588}" sibTransId="{46013F15-122E-429D-A5C0-792639FAC4A1}"/>
    <dgm:cxn modelId="{F704D962-CBD9-47E6-A060-24B15844BBDB}" srcId="{163FD0FB-B024-4B25-98B3-DDA1FFE7CAC5}" destId="{BF9918A4-52F3-41DF-A1B0-6A744A04BD9E}" srcOrd="4" destOrd="0" parTransId="{6A635081-F41D-4C8C-807D-B9769D2BDB3A}" sibTransId="{16446980-84EC-420E-A8EE-6E020DFBB6C5}"/>
    <dgm:cxn modelId="{EEAF0279-96F2-4682-848B-4D95250209E9}" type="presOf" srcId="{ED7B9D5F-F945-4DF8-9E9C-D9364F80B59F}" destId="{3A35D980-56D9-4250-95AD-3D7E86BC40D3}" srcOrd="0" destOrd="0" presId="urn:microsoft.com/office/officeart/2005/8/layout/vList2"/>
    <dgm:cxn modelId="{7C1DBB82-EFD5-4C74-9D72-13F0C8C2BB87}" srcId="{163FD0FB-B024-4B25-98B3-DDA1FFE7CAC5}" destId="{85261348-5947-46DF-B140-9B0DEC2C8D0F}" srcOrd="2" destOrd="0" parTransId="{6CB6179F-372C-4B78-88B2-348B317CF8FD}" sibTransId="{7CD8CCB8-5DE6-4500-8EE9-78C659898B83}"/>
    <dgm:cxn modelId="{CDA4D986-816F-45AA-879B-075B3E634E8F}" type="presOf" srcId="{BF9918A4-52F3-41DF-A1B0-6A744A04BD9E}" destId="{1728D462-A719-4F4E-8AA5-DF0A8EF840E1}" srcOrd="0" destOrd="0" presId="urn:microsoft.com/office/officeart/2005/8/layout/vList2"/>
    <dgm:cxn modelId="{E8A103A1-2984-4477-98B1-A98D0DA75194}" type="presOf" srcId="{163FD0FB-B024-4B25-98B3-DDA1FFE7CAC5}" destId="{61C1B5D8-7619-455B-A917-978AB17773C2}" srcOrd="0" destOrd="0" presId="urn:microsoft.com/office/officeart/2005/8/layout/vList2"/>
    <dgm:cxn modelId="{74B5B4A1-CA48-445E-8B20-2AD96060A317}" type="presOf" srcId="{5FB321D0-2A2D-44E8-8F0E-7F17EC3ACE32}" destId="{AFC510FE-4019-4D9E-B427-D5C9693671F3}" srcOrd="0" destOrd="0" presId="urn:microsoft.com/office/officeart/2005/8/layout/vList2"/>
    <dgm:cxn modelId="{BB387EB5-4670-4AC8-9963-7F5E15B9A8CC}" srcId="{163FD0FB-B024-4B25-98B3-DDA1FFE7CAC5}" destId="{5FB321D0-2A2D-44E8-8F0E-7F17EC3ACE32}" srcOrd="1" destOrd="0" parTransId="{02F866CD-A769-41CD-A425-CD0009729595}" sibTransId="{B4CAAA91-9F71-489C-840C-C2D0921E09BE}"/>
    <dgm:cxn modelId="{E4FBF1DC-7733-4C80-A7D9-7FD930D6E44C}" type="presOf" srcId="{85261348-5947-46DF-B140-9B0DEC2C8D0F}" destId="{1339D6C3-1E68-4E1F-B523-77E15E7D0B02}" srcOrd="0" destOrd="0" presId="urn:microsoft.com/office/officeart/2005/8/layout/vList2"/>
    <dgm:cxn modelId="{0A94F2DC-92E7-4EE6-B7F3-88744548AC13}" type="presOf" srcId="{F340B0F2-2FEE-4852-8AD3-AF6D5A7FE083}" destId="{54529E1E-D046-41B1-BF10-DC9AFBBCECA2}" srcOrd="0" destOrd="0" presId="urn:microsoft.com/office/officeart/2005/8/layout/vList2"/>
    <dgm:cxn modelId="{A5E7C4E0-3144-45B1-89B8-F2AB33F8F340}" srcId="{163FD0FB-B024-4B25-98B3-DDA1FFE7CAC5}" destId="{F340B0F2-2FEE-4852-8AD3-AF6D5A7FE083}" srcOrd="3" destOrd="0" parTransId="{CCC0A558-659E-4664-B188-0EE4FD2EAE43}" sibTransId="{00A6CFB4-A208-4BD5-95CD-D39AAE6E6D13}"/>
    <dgm:cxn modelId="{423BC275-1C55-4E5E-99A9-DD671E4FBEE7}" type="presParOf" srcId="{61C1B5D8-7619-455B-A917-978AB17773C2}" destId="{3A35D980-56D9-4250-95AD-3D7E86BC40D3}" srcOrd="0" destOrd="0" presId="urn:microsoft.com/office/officeart/2005/8/layout/vList2"/>
    <dgm:cxn modelId="{AC6761D1-9120-4C3A-A811-9A11D9E9B68D}" type="presParOf" srcId="{61C1B5D8-7619-455B-A917-978AB17773C2}" destId="{3D341FAB-EE6C-4410-80E8-5AC87945ACF1}" srcOrd="1" destOrd="0" presId="urn:microsoft.com/office/officeart/2005/8/layout/vList2"/>
    <dgm:cxn modelId="{9CB0D4D5-5A74-40CC-8D18-4864BDB7761C}" type="presParOf" srcId="{61C1B5D8-7619-455B-A917-978AB17773C2}" destId="{AFC510FE-4019-4D9E-B427-D5C9693671F3}" srcOrd="2" destOrd="0" presId="urn:microsoft.com/office/officeart/2005/8/layout/vList2"/>
    <dgm:cxn modelId="{5F68D361-08A3-4834-B50A-4AFD8864F649}" type="presParOf" srcId="{61C1B5D8-7619-455B-A917-978AB17773C2}" destId="{8EFD76DD-68B7-4857-9ABC-8A50DC9760C5}" srcOrd="3" destOrd="0" presId="urn:microsoft.com/office/officeart/2005/8/layout/vList2"/>
    <dgm:cxn modelId="{59D972AA-F376-4EC5-BCFF-F45759ED4E1E}" type="presParOf" srcId="{61C1B5D8-7619-455B-A917-978AB17773C2}" destId="{1339D6C3-1E68-4E1F-B523-77E15E7D0B02}" srcOrd="4" destOrd="0" presId="urn:microsoft.com/office/officeart/2005/8/layout/vList2"/>
    <dgm:cxn modelId="{F81B67A0-08C8-4D73-9FA4-10FC64276891}" type="presParOf" srcId="{61C1B5D8-7619-455B-A917-978AB17773C2}" destId="{A638F24D-A37A-4FAF-9AC7-BBA2833C1215}" srcOrd="5" destOrd="0" presId="urn:microsoft.com/office/officeart/2005/8/layout/vList2"/>
    <dgm:cxn modelId="{D09C464B-946E-4937-AB03-6E0F609B7F8F}" type="presParOf" srcId="{61C1B5D8-7619-455B-A917-978AB17773C2}" destId="{54529E1E-D046-41B1-BF10-DC9AFBBCECA2}" srcOrd="6" destOrd="0" presId="urn:microsoft.com/office/officeart/2005/8/layout/vList2"/>
    <dgm:cxn modelId="{C8D6CB98-8099-48FD-ACB5-307F04180AD4}" type="presParOf" srcId="{61C1B5D8-7619-455B-A917-978AB17773C2}" destId="{BBCA09E1-CF33-4962-B693-EA55353A3914}" srcOrd="7" destOrd="0" presId="urn:microsoft.com/office/officeart/2005/8/layout/vList2"/>
    <dgm:cxn modelId="{5D1E2DB5-25DE-44B3-B6A8-F1924BC4AD59}" type="presParOf" srcId="{61C1B5D8-7619-455B-A917-978AB17773C2}" destId="{1728D462-A719-4F4E-8AA5-DF0A8EF840E1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80F01D3-E41A-43B1-B95D-AEE8E817DF28}" type="doc">
      <dgm:prSet loTypeId="urn:microsoft.com/office/officeart/2008/layout/LinedLis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BEDD7CDA-3B93-4D3B-A7C8-CA8F8E8F2EE7}">
      <dgm:prSet/>
      <dgm:spPr/>
      <dgm:t>
        <a:bodyPr/>
        <a:lstStyle/>
        <a:p>
          <a:r>
            <a:rPr lang="en-US"/>
            <a:t>DFS: Low memory but not optimal</a:t>
          </a:r>
        </a:p>
      </dgm:t>
    </dgm:pt>
    <dgm:pt modelId="{B890623E-1B8D-4D38-BDE7-4DAC3F3AFB15}" type="parTrans" cxnId="{E990921A-0AC0-493A-997E-B1DC4B13DE7D}">
      <dgm:prSet/>
      <dgm:spPr/>
      <dgm:t>
        <a:bodyPr/>
        <a:lstStyle/>
        <a:p>
          <a:endParaRPr lang="en-US"/>
        </a:p>
      </dgm:t>
    </dgm:pt>
    <dgm:pt modelId="{2C086700-025E-45CC-A0EB-821AE1D72D6E}" type="sibTrans" cxnId="{E990921A-0AC0-493A-997E-B1DC4B13DE7D}">
      <dgm:prSet/>
      <dgm:spPr/>
      <dgm:t>
        <a:bodyPr/>
        <a:lstStyle/>
        <a:p>
          <a:endParaRPr lang="en-US"/>
        </a:p>
      </dgm:t>
    </dgm:pt>
    <dgm:pt modelId="{A64A3A5C-7A1A-407E-A885-FE2CA1DE441D}">
      <dgm:prSet/>
      <dgm:spPr/>
      <dgm:t>
        <a:bodyPr/>
        <a:lstStyle/>
        <a:p>
          <a:r>
            <a:rPr lang="en-US"/>
            <a:t>BFS: Optimal but very high memory usage</a:t>
          </a:r>
        </a:p>
      </dgm:t>
    </dgm:pt>
    <dgm:pt modelId="{FDA7BD77-9875-417D-BDFB-1B697D92A67C}" type="parTrans" cxnId="{7D77ADE0-4BA2-452E-B1AE-3265271312D9}">
      <dgm:prSet/>
      <dgm:spPr/>
      <dgm:t>
        <a:bodyPr/>
        <a:lstStyle/>
        <a:p>
          <a:endParaRPr lang="en-US"/>
        </a:p>
      </dgm:t>
    </dgm:pt>
    <dgm:pt modelId="{CF3C2876-9FD6-4DA2-9BA7-B5E9CCE361D0}" type="sibTrans" cxnId="{7D77ADE0-4BA2-452E-B1AE-3265271312D9}">
      <dgm:prSet/>
      <dgm:spPr/>
      <dgm:t>
        <a:bodyPr/>
        <a:lstStyle/>
        <a:p>
          <a:endParaRPr lang="en-US"/>
        </a:p>
      </dgm:t>
    </dgm:pt>
    <dgm:pt modelId="{DA38EF71-CA17-4CEC-8EA2-9F95C22CBE83}">
      <dgm:prSet/>
      <dgm:spPr/>
      <dgm:t>
        <a:bodyPr/>
        <a:lstStyle/>
        <a:p>
          <a:r>
            <a:rPr lang="en-US"/>
            <a:t>IDDFS:</a:t>
          </a:r>
        </a:p>
      </dgm:t>
    </dgm:pt>
    <dgm:pt modelId="{87B94F34-80FE-4306-B76E-3E4EF9DD9506}" type="parTrans" cxnId="{BBB04309-D5EE-4DB9-96DD-ED2E47F526A5}">
      <dgm:prSet/>
      <dgm:spPr/>
      <dgm:t>
        <a:bodyPr/>
        <a:lstStyle/>
        <a:p>
          <a:endParaRPr lang="en-US"/>
        </a:p>
      </dgm:t>
    </dgm:pt>
    <dgm:pt modelId="{A575AB22-12F1-41A5-91A9-3D7409B5DC2C}" type="sibTrans" cxnId="{BBB04309-D5EE-4DB9-96DD-ED2E47F526A5}">
      <dgm:prSet/>
      <dgm:spPr/>
      <dgm:t>
        <a:bodyPr/>
        <a:lstStyle/>
        <a:p>
          <a:endParaRPr lang="en-US"/>
        </a:p>
      </dgm:t>
    </dgm:pt>
    <dgm:pt modelId="{F064A73E-D25D-45CA-A6F5-82521DE21785}">
      <dgm:prSet/>
      <dgm:spPr/>
      <dgm:t>
        <a:bodyPr/>
        <a:lstStyle/>
        <a:p>
          <a:r>
            <a:rPr lang="en-US"/>
            <a:t>Optimal (like BFS)</a:t>
          </a:r>
        </a:p>
      </dgm:t>
    </dgm:pt>
    <dgm:pt modelId="{ABD901A9-C5BE-4C60-A4A3-AD7C380287E6}" type="parTrans" cxnId="{91E941CA-C9CE-4DFA-854A-21ABE3280C23}">
      <dgm:prSet/>
      <dgm:spPr/>
      <dgm:t>
        <a:bodyPr/>
        <a:lstStyle/>
        <a:p>
          <a:endParaRPr lang="en-US"/>
        </a:p>
      </dgm:t>
    </dgm:pt>
    <dgm:pt modelId="{2FBE47C2-017C-4B85-AF4F-47210CDB6844}" type="sibTrans" cxnId="{91E941CA-C9CE-4DFA-854A-21ABE3280C23}">
      <dgm:prSet/>
      <dgm:spPr/>
      <dgm:t>
        <a:bodyPr/>
        <a:lstStyle/>
        <a:p>
          <a:endParaRPr lang="en-US"/>
        </a:p>
      </dgm:t>
    </dgm:pt>
    <dgm:pt modelId="{B99C486B-5928-4186-8F3E-CF63E622A432}">
      <dgm:prSet/>
      <dgm:spPr/>
      <dgm:t>
        <a:bodyPr/>
        <a:lstStyle/>
        <a:p>
          <a:r>
            <a:rPr lang="en-US"/>
            <a:t>It uses low memory (like DFS)</a:t>
          </a:r>
        </a:p>
      </dgm:t>
    </dgm:pt>
    <dgm:pt modelId="{91140F79-E52A-42A0-A415-61F6730E65C3}" type="parTrans" cxnId="{D5F8565D-315B-47A1-AA39-5A699EA94625}">
      <dgm:prSet/>
      <dgm:spPr/>
      <dgm:t>
        <a:bodyPr/>
        <a:lstStyle/>
        <a:p>
          <a:endParaRPr lang="en-US"/>
        </a:p>
      </dgm:t>
    </dgm:pt>
    <dgm:pt modelId="{9D826F0E-204B-4BA3-AEE0-961E28C1D5FA}" type="sibTrans" cxnId="{D5F8565D-315B-47A1-AA39-5A699EA94625}">
      <dgm:prSet/>
      <dgm:spPr/>
      <dgm:t>
        <a:bodyPr/>
        <a:lstStyle/>
        <a:p>
          <a:endParaRPr lang="en-US"/>
        </a:p>
      </dgm:t>
    </dgm:pt>
    <dgm:pt modelId="{1357AA86-9CFD-4A2D-BB0A-2F240D3EC4F5}">
      <dgm:prSet/>
      <dgm:spPr/>
      <dgm:t>
        <a:bodyPr/>
        <a:lstStyle/>
        <a:p>
          <a:r>
            <a:rPr lang="en-US"/>
            <a:t>Suitable when solution depth is unknown</a:t>
          </a:r>
        </a:p>
      </dgm:t>
    </dgm:pt>
    <dgm:pt modelId="{8CECA11A-68E7-4272-8421-7591E857BCBB}" type="parTrans" cxnId="{FB1AFD46-E737-4346-A4B4-A5CB3BC4D9FA}">
      <dgm:prSet/>
      <dgm:spPr/>
      <dgm:t>
        <a:bodyPr/>
        <a:lstStyle/>
        <a:p>
          <a:endParaRPr lang="en-US"/>
        </a:p>
      </dgm:t>
    </dgm:pt>
    <dgm:pt modelId="{69B2CF91-D8B7-458A-987A-B5FAC18575C0}" type="sibTrans" cxnId="{FB1AFD46-E737-4346-A4B4-A5CB3BC4D9FA}">
      <dgm:prSet/>
      <dgm:spPr/>
      <dgm:t>
        <a:bodyPr/>
        <a:lstStyle/>
        <a:p>
          <a:endParaRPr lang="en-US"/>
        </a:p>
      </dgm:t>
    </dgm:pt>
    <dgm:pt modelId="{4DF7D1E2-5304-47B5-AC2A-ECCE312BE81D}" type="pres">
      <dgm:prSet presAssocID="{C80F01D3-E41A-43B1-B95D-AEE8E817DF28}" presName="vert0" presStyleCnt="0">
        <dgm:presLayoutVars>
          <dgm:dir/>
          <dgm:animOne val="branch"/>
          <dgm:animLvl val="lvl"/>
        </dgm:presLayoutVars>
      </dgm:prSet>
      <dgm:spPr/>
    </dgm:pt>
    <dgm:pt modelId="{ABA3873E-1FED-4DBE-B933-B3C0E1C63436}" type="pres">
      <dgm:prSet presAssocID="{BEDD7CDA-3B93-4D3B-A7C8-CA8F8E8F2EE7}" presName="thickLine" presStyleLbl="alignNode1" presStyleIdx="0" presStyleCnt="6"/>
      <dgm:spPr/>
    </dgm:pt>
    <dgm:pt modelId="{AEBD3CAE-02DB-404C-B48B-F502439C8E04}" type="pres">
      <dgm:prSet presAssocID="{BEDD7CDA-3B93-4D3B-A7C8-CA8F8E8F2EE7}" presName="horz1" presStyleCnt="0"/>
      <dgm:spPr/>
    </dgm:pt>
    <dgm:pt modelId="{F14E7432-1EF4-42BE-A4FB-A8FBF7CDD012}" type="pres">
      <dgm:prSet presAssocID="{BEDD7CDA-3B93-4D3B-A7C8-CA8F8E8F2EE7}" presName="tx1" presStyleLbl="revTx" presStyleIdx="0" presStyleCnt="6"/>
      <dgm:spPr/>
    </dgm:pt>
    <dgm:pt modelId="{F0DCE1D7-B196-4A9A-AC49-6BC284F0B00B}" type="pres">
      <dgm:prSet presAssocID="{BEDD7CDA-3B93-4D3B-A7C8-CA8F8E8F2EE7}" presName="vert1" presStyleCnt="0"/>
      <dgm:spPr/>
    </dgm:pt>
    <dgm:pt modelId="{B77DCA67-D064-4BBC-9012-8DB650491F4E}" type="pres">
      <dgm:prSet presAssocID="{A64A3A5C-7A1A-407E-A885-FE2CA1DE441D}" presName="thickLine" presStyleLbl="alignNode1" presStyleIdx="1" presStyleCnt="6"/>
      <dgm:spPr/>
    </dgm:pt>
    <dgm:pt modelId="{B1201F46-3674-4DC7-BC61-6C833DF66945}" type="pres">
      <dgm:prSet presAssocID="{A64A3A5C-7A1A-407E-A885-FE2CA1DE441D}" presName="horz1" presStyleCnt="0"/>
      <dgm:spPr/>
    </dgm:pt>
    <dgm:pt modelId="{BD93F7CD-0704-488F-A49B-14827E3F67C6}" type="pres">
      <dgm:prSet presAssocID="{A64A3A5C-7A1A-407E-A885-FE2CA1DE441D}" presName="tx1" presStyleLbl="revTx" presStyleIdx="1" presStyleCnt="6"/>
      <dgm:spPr/>
    </dgm:pt>
    <dgm:pt modelId="{42195580-80C3-4BB9-8303-6812070EEA56}" type="pres">
      <dgm:prSet presAssocID="{A64A3A5C-7A1A-407E-A885-FE2CA1DE441D}" presName="vert1" presStyleCnt="0"/>
      <dgm:spPr/>
    </dgm:pt>
    <dgm:pt modelId="{E2C33E23-609C-4E90-B9EE-E5FF8A233A35}" type="pres">
      <dgm:prSet presAssocID="{DA38EF71-CA17-4CEC-8EA2-9F95C22CBE83}" presName="thickLine" presStyleLbl="alignNode1" presStyleIdx="2" presStyleCnt="6"/>
      <dgm:spPr/>
    </dgm:pt>
    <dgm:pt modelId="{8C844032-D574-411E-83CF-C3AD41BC10FF}" type="pres">
      <dgm:prSet presAssocID="{DA38EF71-CA17-4CEC-8EA2-9F95C22CBE83}" presName="horz1" presStyleCnt="0"/>
      <dgm:spPr/>
    </dgm:pt>
    <dgm:pt modelId="{AE1262DC-1F5E-44A7-9C3F-CB2694DA9CB2}" type="pres">
      <dgm:prSet presAssocID="{DA38EF71-CA17-4CEC-8EA2-9F95C22CBE83}" presName="tx1" presStyleLbl="revTx" presStyleIdx="2" presStyleCnt="6"/>
      <dgm:spPr/>
    </dgm:pt>
    <dgm:pt modelId="{38A874A5-DA95-40E1-B7FA-C2DA025D685D}" type="pres">
      <dgm:prSet presAssocID="{DA38EF71-CA17-4CEC-8EA2-9F95C22CBE83}" presName="vert1" presStyleCnt="0"/>
      <dgm:spPr/>
    </dgm:pt>
    <dgm:pt modelId="{4C11E4D4-A46E-4E63-8984-D9A3A774BEAD}" type="pres">
      <dgm:prSet presAssocID="{F064A73E-D25D-45CA-A6F5-82521DE21785}" presName="thickLine" presStyleLbl="alignNode1" presStyleIdx="3" presStyleCnt="6"/>
      <dgm:spPr/>
    </dgm:pt>
    <dgm:pt modelId="{4994EF27-DC4E-45D0-B0F4-5244140E4E52}" type="pres">
      <dgm:prSet presAssocID="{F064A73E-D25D-45CA-A6F5-82521DE21785}" presName="horz1" presStyleCnt="0"/>
      <dgm:spPr/>
    </dgm:pt>
    <dgm:pt modelId="{0A07962E-A72D-45B1-BC5F-D91893A4CB17}" type="pres">
      <dgm:prSet presAssocID="{F064A73E-D25D-45CA-A6F5-82521DE21785}" presName="tx1" presStyleLbl="revTx" presStyleIdx="3" presStyleCnt="6"/>
      <dgm:spPr/>
    </dgm:pt>
    <dgm:pt modelId="{2E3CC657-0921-4061-A2B8-9A4E1C51C594}" type="pres">
      <dgm:prSet presAssocID="{F064A73E-D25D-45CA-A6F5-82521DE21785}" presName="vert1" presStyleCnt="0"/>
      <dgm:spPr/>
    </dgm:pt>
    <dgm:pt modelId="{DD0D8F26-5BAF-4FC8-A403-E7899F354903}" type="pres">
      <dgm:prSet presAssocID="{B99C486B-5928-4186-8F3E-CF63E622A432}" presName="thickLine" presStyleLbl="alignNode1" presStyleIdx="4" presStyleCnt="6"/>
      <dgm:spPr/>
    </dgm:pt>
    <dgm:pt modelId="{AED1510E-A5D1-4BA9-970D-BFD5B67F1CC5}" type="pres">
      <dgm:prSet presAssocID="{B99C486B-5928-4186-8F3E-CF63E622A432}" presName="horz1" presStyleCnt="0"/>
      <dgm:spPr/>
    </dgm:pt>
    <dgm:pt modelId="{0B52565D-7127-46EA-9EA4-9950F7B5674C}" type="pres">
      <dgm:prSet presAssocID="{B99C486B-5928-4186-8F3E-CF63E622A432}" presName="tx1" presStyleLbl="revTx" presStyleIdx="4" presStyleCnt="6"/>
      <dgm:spPr/>
    </dgm:pt>
    <dgm:pt modelId="{63FFC5FB-E522-4C8C-BAAE-1D0BEAAF1A73}" type="pres">
      <dgm:prSet presAssocID="{B99C486B-5928-4186-8F3E-CF63E622A432}" presName="vert1" presStyleCnt="0"/>
      <dgm:spPr/>
    </dgm:pt>
    <dgm:pt modelId="{226161C5-A313-4247-8C96-F8BD04382A2A}" type="pres">
      <dgm:prSet presAssocID="{1357AA86-9CFD-4A2D-BB0A-2F240D3EC4F5}" presName="thickLine" presStyleLbl="alignNode1" presStyleIdx="5" presStyleCnt="6"/>
      <dgm:spPr/>
    </dgm:pt>
    <dgm:pt modelId="{4C90E640-99B2-49B6-96C2-1F816594B928}" type="pres">
      <dgm:prSet presAssocID="{1357AA86-9CFD-4A2D-BB0A-2F240D3EC4F5}" presName="horz1" presStyleCnt="0"/>
      <dgm:spPr/>
    </dgm:pt>
    <dgm:pt modelId="{083E6612-386F-45AF-AEE1-09DA9900AC04}" type="pres">
      <dgm:prSet presAssocID="{1357AA86-9CFD-4A2D-BB0A-2F240D3EC4F5}" presName="tx1" presStyleLbl="revTx" presStyleIdx="5" presStyleCnt="6"/>
      <dgm:spPr/>
    </dgm:pt>
    <dgm:pt modelId="{D70DAA40-F8A8-41E0-9F31-B9C428B6E1C0}" type="pres">
      <dgm:prSet presAssocID="{1357AA86-9CFD-4A2D-BB0A-2F240D3EC4F5}" presName="vert1" presStyleCnt="0"/>
      <dgm:spPr/>
    </dgm:pt>
  </dgm:ptLst>
  <dgm:cxnLst>
    <dgm:cxn modelId="{BBB04309-D5EE-4DB9-96DD-ED2E47F526A5}" srcId="{C80F01D3-E41A-43B1-B95D-AEE8E817DF28}" destId="{DA38EF71-CA17-4CEC-8EA2-9F95C22CBE83}" srcOrd="2" destOrd="0" parTransId="{87B94F34-80FE-4306-B76E-3E4EF9DD9506}" sibTransId="{A575AB22-12F1-41A5-91A9-3D7409B5DC2C}"/>
    <dgm:cxn modelId="{E990921A-0AC0-493A-997E-B1DC4B13DE7D}" srcId="{C80F01D3-E41A-43B1-B95D-AEE8E817DF28}" destId="{BEDD7CDA-3B93-4D3B-A7C8-CA8F8E8F2EE7}" srcOrd="0" destOrd="0" parTransId="{B890623E-1B8D-4D38-BDE7-4DAC3F3AFB15}" sibTransId="{2C086700-025E-45CC-A0EB-821AE1D72D6E}"/>
    <dgm:cxn modelId="{D5F8565D-315B-47A1-AA39-5A699EA94625}" srcId="{C80F01D3-E41A-43B1-B95D-AEE8E817DF28}" destId="{B99C486B-5928-4186-8F3E-CF63E622A432}" srcOrd="4" destOrd="0" parTransId="{91140F79-E52A-42A0-A415-61F6730E65C3}" sibTransId="{9D826F0E-204B-4BA3-AEE0-961E28C1D5FA}"/>
    <dgm:cxn modelId="{FB1AFD46-E737-4346-A4B4-A5CB3BC4D9FA}" srcId="{C80F01D3-E41A-43B1-B95D-AEE8E817DF28}" destId="{1357AA86-9CFD-4A2D-BB0A-2F240D3EC4F5}" srcOrd="5" destOrd="0" parTransId="{8CECA11A-68E7-4272-8421-7591E857BCBB}" sibTransId="{69B2CF91-D8B7-458A-987A-B5FAC18575C0}"/>
    <dgm:cxn modelId="{EFF1718A-3A0E-4CC7-B4A9-6F51B813F826}" type="presOf" srcId="{B99C486B-5928-4186-8F3E-CF63E622A432}" destId="{0B52565D-7127-46EA-9EA4-9950F7B5674C}" srcOrd="0" destOrd="0" presId="urn:microsoft.com/office/officeart/2008/layout/LinedList"/>
    <dgm:cxn modelId="{8D261E8F-A545-47C6-A9B4-15F7EBB3A91E}" type="presOf" srcId="{A64A3A5C-7A1A-407E-A885-FE2CA1DE441D}" destId="{BD93F7CD-0704-488F-A49B-14827E3F67C6}" srcOrd="0" destOrd="0" presId="urn:microsoft.com/office/officeart/2008/layout/LinedList"/>
    <dgm:cxn modelId="{BECA888F-1D4B-4F0D-81E7-DCF2F2A63A02}" type="presOf" srcId="{F064A73E-D25D-45CA-A6F5-82521DE21785}" destId="{0A07962E-A72D-45B1-BC5F-D91893A4CB17}" srcOrd="0" destOrd="0" presId="urn:microsoft.com/office/officeart/2008/layout/LinedList"/>
    <dgm:cxn modelId="{2D7C63AE-1CAD-4CBD-AA8B-2E4B05C13AA0}" type="presOf" srcId="{1357AA86-9CFD-4A2D-BB0A-2F240D3EC4F5}" destId="{083E6612-386F-45AF-AEE1-09DA9900AC04}" srcOrd="0" destOrd="0" presId="urn:microsoft.com/office/officeart/2008/layout/LinedList"/>
    <dgm:cxn modelId="{6A1B4EC8-8A44-450E-9B65-7013FD4AC191}" type="presOf" srcId="{DA38EF71-CA17-4CEC-8EA2-9F95C22CBE83}" destId="{AE1262DC-1F5E-44A7-9C3F-CB2694DA9CB2}" srcOrd="0" destOrd="0" presId="urn:microsoft.com/office/officeart/2008/layout/LinedList"/>
    <dgm:cxn modelId="{91E941CA-C9CE-4DFA-854A-21ABE3280C23}" srcId="{C80F01D3-E41A-43B1-B95D-AEE8E817DF28}" destId="{F064A73E-D25D-45CA-A6F5-82521DE21785}" srcOrd="3" destOrd="0" parTransId="{ABD901A9-C5BE-4C60-A4A3-AD7C380287E6}" sibTransId="{2FBE47C2-017C-4B85-AF4F-47210CDB6844}"/>
    <dgm:cxn modelId="{7D77ADE0-4BA2-452E-B1AE-3265271312D9}" srcId="{C80F01D3-E41A-43B1-B95D-AEE8E817DF28}" destId="{A64A3A5C-7A1A-407E-A885-FE2CA1DE441D}" srcOrd="1" destOrd="0" parTransId="{FDA7BD77-9875-417D-BDFB-1B697D92A67C}" sibTransId="{CF3C2876-9FD6-4DA2-9BA7-B5E9CCE361D0}"/>
    <dgm:cxn modelId="{711563ED-9377-4451-929D-A546CC9FE36B}" type="presOf" srcId="{BEDD7CDA-3B93-4D3B-A7C8-CA8F8E8F2EE7}" destId="{F14E7432-1EF4-42BE-A4FB-A8FBF7CDD012}" srcOrd="0" destOrd="0" presId="urn:microsoft.com/office/officeart/2008/layout/LinedList"/>
    <dgm:cxn modelId="{B51F8EF1-D681-4A47-9E4A-2FEC1C2EBB15}" type="presOf" srcId="{C80F01D3-E41A-43B1-B95D-AEE8E817DF28}" destId="{4DF7D1E2-5304-47B5-AC2A-ECCE312BE81D}" srcOrd="0" destOrd="0" presId="urn:microsoft.com/office/officeart/2008/layout/LinedList"/>
    <dgm:cxn modelId="{E6F5503E-08F7-4D12-9EB1-C7D3A627D9A6}" type="presParOf" srcId="{4DF7D1E2-5304-47B5-AC2A-ECCE312BE81D}" destId="{ABA3873E-1FED-4DBE-B933-B3C0E1C63436}" srcOrd="0" destOrd="0" presId="urn:microsoft.com/office/officeart/2008/layout/LinedList"/>
    <dgm:cxn modelId="{9165E371-B471-4A92-AF4F-127823269ED0}" type="presParOf" srcId="{4DF7D1E2-5304-47B5-AC2A-ECCE312BE81D}" destId="{AEBD3CAE-02DB-404C-B48B-F502439C8E04}" srcOrd="1" destOrd="0" presId="urn:microsoft.com/office/officeart/2008/layout/LinedList"/>
    <dgm:cxn modelId="{0D0D4C74-601B-400A-86B3-90231325D333}" type="presParOf" srcId="{AEBD3CAE-02DB-404C-B48B-F502439C8E04}" destId="{F14E7432-1EF4-42BE-A4FB-A8FBF7CDD012}" srcOrd="0" destOrd="0" presId="urn:microsoft.com/office/officeart/2008/layout/LinedList"/>
    <dgm:cxn modelId="{8B8366D2-A200-4E9B-A3DC-CD61C2B09931}" type="presParOf" srcId="{AEBD3CAE-02DB-404C-B48B-F502439C8E04}" destId="{F0DCE1D7-B196-4A9A-AC49-6BC284F0B00B}" srcOrd="1" destOrd="0" presId="urn:microsoft.com/office/officeart/2008/layout/LinedList"/>
    <dgm:cxn modelId="{26B72B5D-6CC6-4B28-9E59-DA870A15104B}" type="presParOf" srcId="{4DF7D1E2-5304-47B5-AC2A-ECCE312BE81D}" destId="{B77DCA67-D064-4BBC-9012-8DB650491F4E}" srcOrd="2" destOrd="0" presId="urn:microsoft.com/office/officeart/2008/layout/LinedList"/>
    <dgm:cxn modelId="{CC45D907-14FB-43C1-832F-B8EE6E4C0498}" type="presParOf" srcId="{4DF7D1E2-5304-47B5-AC2A-ECCE312BE81D}" destId="{B1201F46-3674-4DC7-BC61-6C833DF66945}" srcOrd="3" destOrd="0" presId="urn:microsoft.com/office/officeart/2008/layout/LinedList"/>
    <dgm:cxn modelId="{29313FD0-518E-4F44-83EA-1189AC600567}" type="presParOf" srcId="{B1201F46-3674-4DC7-BC61-6C833DF66945}" destId="{BD93F7CD-0704-488F-A49B-14827E3F67C6}" srcOrd="0" destOrd="0" presId="urn:microsoft.com/office/officeart/2008/layout/LinedList"/>
    <dgm:cxn modelId="{CE89584B-63A0-438B-A56B-582DA744BB07}" type="presParOf" srcId="{B1201F46-3674-4DC7-BC61-6C833DF66945}" destId="{42195580-80C3-4BB9-8303-6812070EEA56}" srcOrd="1" destOrd="0" presId="urn:microsoft.com/office/officeart/2008/layout/LinedList"/>
    <dgm:cxn modelId="{484A313A-2696-4DE3-B9E0-00C86F850C20}" type="presParOf" srcId="{4DF7D1E2-5304-47B5-AC2A-ECCE312BE81D}" destId="{E2C33E23-609C-4E90-B9EE-E5FF8A233A35}" srcOrd="4" destOrd="0" presId="urn:microsoft.com/office/officeart/2008/layout/LinedList"/>
    <dgm:cxn modelId="{41EE132B-2723-4338-8F55-D1BB51760C56}" type="presParOf" srcId="{4DF7D1E2-5304-47B5-AC2A-ECCE312BE81D}" destId="{8C844032-D574-411E-83CF-C3AD41BC10FF}" srcOrd="5" destOrd="0" presId="urn:microsoft.com/office/officeart/2008/layout/LinedList"/>
    <dgm:cxn modelId="{DF3D1E5A-7E03-4F00-9DA9-E48CE1491AEE}" type="presParOf" srcId="{8C844032-D574-411E-83CF-C3AD41BC10FF}" destId="{AE1262DC-1F5E-44A7-9C3F-CB2694DA9CB2}" srcOrd="0" destOrd="0" presId="urn:microsoft.com/office/officeart/2008/layout/LinedList"/>
    <dgm:cxn modelId="{032E38FA-6B42-4F33-85DE-BFB4996DCF07}" type="presParOf" srcId="{8C844032-D574-411E-83CF-C3AD41BC10FF}" destId="{38A874A5-DA95-40E1-B7FA-C2DA025D685D}" srcOrd="1" destOrd="0" presId="urn:microsoft.com/office/officeart/2008/layout/LinedList"/>
    <dgm:cxn modelId="{D13054C9-145A-4891-9429-6A9D95D6548A}" type="presParOf" srcId="{4DF7D1E2-5304-47B5-AC2A-ECCE312BE81D}" destId="{4C11E4D4-A46E-4E63-8984-D9A3A774BEAD}" srcOrd="6" destOrd="0" presId="urn:microsoft.com/office/officeart/2008/layout/LinedList"/>
    <dgm:cxn modelId="{E7D83EFE-97E2-4E91-9DBA-581ACDC7D7E8}" type="presParOf" srcId="{4DF7D1E2-5304-47B5-AC2A-ECCE312BE81D}" destId="{4994EF27-DC4E-45D0-B0F4-5244140E4E52}" srcOrd="7" destOrd="0" presId="urn:microsoft.com/office/officeart/2008/layout/LinedList"/>
    <dgm:cxn modelId="{AC312F95-8B83-4BA5-BCB7-70D7A6D10DD3}" type="presParOf" srcId="{4994EF27-DC4E-45D0-B0F4-5244140E4E52}" destId="{0A07962E-A72D-45B1-BC5F-D91893A4CB17}" srcOrd="0" destOrd="0" presId="urn:microsoft.com/office/officeart/2008/layout/LinedList"/>
    <dgm:cxn modelId="{2C128876-04F1-4FD6-B605-7FF82C8BFA55}" type="presParOf" srcId="{4994EF27-DC4E-45D0-B0F4-5244140E4E52}" destId="{2E3CC657-0921-4061-A2B8-9A4E1C51C594}" srcOrd="1" destOrd="0" presId="urn:microsoft.com/office/officeart/2008/layout/LinedList"/>
    <dgm:cxn modelId="{C8C80306-1EF9-41A0-9856-E37B9D23C01B}" type="presParOf" srcId="{4DF7D1E2-5304-47B5-AC2A-ECCE312BE81D}" destId="{DD0D8F26-5BAF-4FC8-A403-E7899F354903}" srcOrd="8" destOrd="0" presId="urn:microsoft.com/office/officeart/2008/layout/LinedList"/>
    <dgm:cxn modelId="{D488A4DA-8ACA-4178-A620-70F4210B63F5}" type="presParOf" srcId="{4DF7D1E2-5304-47B5-AC2A-ECCE312BE81D}" destId="{AED1510E-A5D1-4BA9-970D-BFD5B67F1CC5}" srcOrd="9" destOrd="0" presId="urn:microsoft.com/office/officeart/2008/layout/LinedList"/>
    <dgm:cxn modelId="{3FC5B36F-619C-4B1B-81F9-F30D5C0F3BFE}" type="presParOf" srcId="{AED1510E-A5D1-4BA9-970D-BFD5B67F1CC5}" destId="{0B52565D-7127-46EA-9EA4-9950F7B5674C}" srcOrd="0" destOrd="0" presId="urn:microsoft.com/office/officeart/2008/layout/LinedList"/>
    <dgm:cxn modelId="{32305B30-B214-4C64-A2F8-A6007839CF7F}" type="presParOf" srcId="{AED1510E-A5D1-4BA9-970D-BFD5B67F1CC5}" destId="{63FFC5FB-E522-4C8C-BAAE-1D0BEAAF1A73}" srcOrd="1" destOrd="0" presId="urn:microsoft.com/office/officeart/2008/layout/LinedList"/>
    <dgm:cxn modelId="{FC256086-EA33-4846-8C7A-6C8389276665}" type="presParOf" srcId="{4DF7D1E2-5304-47B5-AC2A-ECCE312BE81D}" destId="{226161C5-A313-4247-8C96-F8BD04382A2A}" srcOrd="10" destOrd="0" presId="urn:microsoft.com/office/officeart/2008/layout/LinedList"/>
    <dgm:cxn modelId="{742CD000-324D-4C66-8850-7C147E6E174D}" type="presParOf" srcId="{4DF7D1E2-5304-47B5-AC2A-ECCE312BE81D}" destId="{4C90E640-99B2-49B6-96C2-1F816594B928}" srcOrd="11" destOrd="0" presId="urn:microsoft.com/office/officeart/2008/layout/LinedList"/>
    <dgm:cxn modelId="{2D98A3CD-A1E3-40AE-B022-9F62BC2A4F60}" type="presParOf" srcId="{4C90E640-99B2-49B6-96C2-1F816594B928}" destId="{083E6612-386F-45AF-AEE1-09DA9900AC04}" srcOrd="0" destOrd="0" presId="urn:microsoft.com/office/officeart/2008/layout/LinedList"/>
    <dgm:cxn modelId="{093D2FEF-996E-4796-94E5-535A5FAA6A68}" type="presParOf" srcId="{4C90E640-99B2-49B6-96C2-1F816594B928}" destId="{D70DAA40-F8A8-41E0-9F31-B9C428B6E1C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61AE1B1-E375-4DF0-94AD-2E51EFDD6506}" type="doc">
      <dgm:prSet loTypeId="urn:microsoft.com/office/officeart/2016/7/layout/VerticalDownArrowProcess" loCatId="process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88B71E5B-DC21-4503-8A38-9524AF6B39AB}">
      <dgm:prSet/>
      <dgm:spPr/>
      <dgm:t>
        <a:bodyPr/>
        <a:lstStyle/>
        <a:p>
          <a:r>
            <a:rPr lang="en-US"/>
            <a:t>Set</a:t>
          </a:r>
        </a:p>
      </dgm:t>
    </dgm:pt>
    <dgm:pt modelId="{B9ECD67F-2919-4DB6-9B45-51DDAC8A382B}" type="parTrans" cxnId="{6587ADBD-F7A5-443C-A69B-AE96FF0DE508}">
      <dgm:prSet/>
      <dgm:spPr/>
      <dgm:t>
        <a:bodyPr/>
        <a:lstStyle/>
        <a:p>
          <a:endParaRPr lang="en-US"/>
        </a:p>
      </dgm:t>
    </dgm:pt>
    <dgm:pt modelId="{7E387B3B-F619-4CE1-B686-7BEA300F4049}" type="sibTrans" cxnId="{6587ADBD-F7A5-443C-A69B-AE96FF0DE508}">
      <dgm:prSet/>
      <dgm:spPr/>
      <dgm:t>
        <a:bodyPr/>
        <a:lstStyle/>
        <a:p>
          <a:endParaRPr lang="en-US"/>
        </a:p>
      </dgm:t>
    </dgm:pt>
    <dgm:pt modelId="{95E38CD8-C431-4BC3-8315-21F1DDBA7F2B}">
      <dgm:prSet/>
      <dgm:spPr/>
      <dgm:t>
        <a:bodyPr/>
        <a:lstStyle/>
        <a:p>
          <a:r>
            <a:rPr lang="en-US"/>
            <a:t>Set depth limit = 0</a:t>
          </a:r>
        </a:p>
      </dgm:t>
    </dgm:pt>
    <dgm:pt modelId="{DB329B56-A8FC-4A01-8FC2-7BD9BAE6977E}" type="parTrans" cxnId="{8C442478-075B-4153-9765-07D51D98321B}">
      <dgm:prSet/>
      <dgm:spPr/>
      <dgm:t>
        <a:bodyPr/>
        <a:lstStyle/>
        <a:p>
          <a:endParaRPr lang="en-US"/>
        </a:p>
      </dgm:t>
    </dgm:pt>
    <dgm:pt modelId="{3D3A8BE3-20CC-46D3-AAC8-B6BEC81A287D}" type="sibTrans" cxnId="{8C442478-075B-4153-9765-07D51D98321B}">
      <dgm:prSet/>
      <dgm:spPr/>
      <dgm:t>
        <a:bodyPr/>
        <a:lstStyle/>
        <a:p>
          <a:endParaRPr lang="en-US"/>
        </a:p>
      </dgm:t>
    </dgm:pt>
    <dgm:pt modelId="{AEF0299B-157D-47FD-B2A2-9C4AEBF5C35C}">
      <dgm:prSet/>
      <dgm:spPr/>
      <dgm:t>
        <a:bodyPr/>
        <a:lstStyle/>
        <a:p>
          <a:r>
            <a:rPr lang="en-US"/>
            <a:t>Run</a:t>
          </a:r>
        </a:p>
      </dgm:t>
    </dgm:pt>
    <dgm:pt modelId="{798B389C-CF8D-4152-9CD9-A863AE65F77B}" type="parTrans" cxnId="{6DE33620-1B66-4779-8B44-D5DA423084C1}">
      <dgm:prSet/>
      <dgm:spPr/>
      <dgm:t>
        <a:bodyPr/>
        <a:lstStyle/>
        <a:p>
          <a:endParaRPr lang="en-US"/>
        </a:p>
      </dgm:t>
    </dgm:pt>
    <dgm:pt modelId="{02A0C1CE-875A-4EF5-AFFD-F9D32AA9FE36}" type="sibTrans" cxnId="{6DE33620-1B66-4779-8B44-D5DA423084C1}">
      <dgm:prSet/>
      <dgm:spPr/>
      <dgm:t>
        <a:bodyPr/>
        <a:lstStyle/>
        <a:p>
          <a:endParaRPr lang="en-US"/>
        </a:p>
      </dgm:t>
    </dgm:pt>
    <dgm:pt modelId="{F720A399-D3C3-4919-BA51-24B788D04B9D}">
      <dgm:prSet/>
      <dgm:spPr/>
      <dgm:t>
        <a:bodyPr/>
        <a:lstStyle/>
        <a:p>
          <a:r>
            <a:rPr lang="en-US"/>
            <a:t>Run Depth-Limited DFS</a:t>
          </a:r>
        </a:p>
      </dgm:t>
    </dgm:pt>
    <dgm:pt modelId="{78A790AB-5F78-4458-A26D-2DBBF73C35FE}" type="parTrans" cxnId="{E6999091-5A06-4E18-AFCE-F86A5512589F}">
      <dgm:prSet/>
      <dgm:spPr/>
      <dgm:t>
        <a:bodyPr/>
        <a:lstStyle/>
        <a:p>
          <a:endParaRPr lang="en-US"/>
        </a:p>
      </dgm:t>
    </dgm:pt>
    <dgm:pt modelId="{BA810520-74F3-4DEC-8104-DA2D30A2060A}" type="sibTrans" cxnId="{E6999091-5A06-4E18-AFCE-F86A5512589F}">
      <dgm:prSet/>
      <dgm:spPr/>
      <dgm:t>
        <a:bodyPr/>
        <a:lstStyle/>
        <a:p>
          <a:endParaRPr lang="en-US"/>
        </a:p>
      </dgm:t>
    </dgm:pt>
    <dgm:pt modelId="{DDB9BCA7-BC16-4009-82C9-9CA160ECC1DE}">
      <dgm:prSet/>
      <dgm:spPr/>
      <dgm:t>
        <a:bodyPr/>
        <a:lstStyle/>
        <a:p>
          <a:r>
            <a:rPr lang="en-US"/>
            <a:t>Increase</a:t>
          </a:r>
        </a:p>
      </dgm:t>
    </dgm:pt>
    <dgm:pt modelId="{3B8E5F42-6237-42C2-9F48-87591D97E3B6}" type="parTrans" cxnId="{94BBACB9-C2BD-4E61-A9C1-E7F935535670}">
      <dgm:prSet/>
      <dgm:spPr/>
      <dgm:t>
        <a:bodyPr/>
        <a:lstStyle/>
        <a:p>
          <a:endParaRPr lang="en-US"/>
        </a:p>
      </dgm:t>
    </dgm:pt>
    <dgm:pt modelId="{51AB4539-57FA-458A-B81A-D46AEB7272D1}" type="sibTrans" cxnId="{94BBACB9-C2BD-4E61-A9C1-E7F935535670}">
      <dgm:prSet/>
      <dgm:spPr/>
      <dgm:t>
        <a:bodyPr/>
        <a:lstStyle/>
        <a:p>
          <a:endParaRPr lang="en-US"/>
        </a:p>
      </dgm:t>
    </dgm:pt>
    <dgm:pt modelId="{0BCF8DED-BA67-4484-BAA7-172994542088}">
      <dgm:prSet/>
      <dgm:spPr/>
      <dgm:t>
        <a:bodyPr/>
        <a:lstStyle/>
        <a:p>
          <a:r>
            <a:rPr lang="en-US"/>
            <a:t>If goal not found, increase depth limit</a:t>
          </a:r>
        </a:p>
      </dgm:t>
    </dgm:pt>
    <dgm:pt modelId="{00B49030-54AF-4E43-940D-476050281F8F}" type="parTrans" cxnId="{11F41587-2C85-4BFC-8C3A-5B555E1E02EF}">
      <dgm:prSet/>
      <dgm:spPr/>
      <dgm:t>
        <a:bodyPr/>
        <a:lstStyle/>
        <a:p>
          <a:endParaRPr lang="en-US"/>
        </a:p>
      </dgm:t>
    </dgm:pt>
    <dgm:pt modelId="{A40DB02C-84B3-4255-96FE-21B047284BF3}" type="sibTrans" cxnId="{11F41587-2C85-4BFC-8C3A-5B555E1E02EF}">
      <dgm:prSet/>
      <dgm:spPr/>
      <dgm:t>
        <a:bodyPr/>
        <a:lstStyle/>
        <a:p>
          <a:endParaRPr lang="en-US"/>
        </a:p>
      </dgm:t>
    </dgm:pt>
    <dgm:pt modelId="{109229BA-A107-40AC-8739-889D0968F6A7}">
      <dgm:prSet/>
      <dgm:spPr/>
      <dgm:t>
        <a:bodyPr/>
        <a:lstStyle/>
        <a:p>
          <a:r>
            <a:rPr lang="en-US"/>
            <a:t>Repeat</a:t>
          </a:r>
        </a:p>
      </dgm:t>
    </dgm:pt>
    <dgm:pt modelId="{7D37C916-6323-4FC2-AADD-8162CF9074A8}" type="parTrans" cxnId="{E2A4984D-E7AC-405F-B89F-C5770C2374EC}">
      <dgm:prSet/>
      <dgm:spPr/>
      <dgm:t>
        <a:bodyPr/>
        <a:lstStyle/>
        <a:p>
          <a:endParaRPr lang="en-US"/>
        </a:p>
      </dgm:t>
    </dgm:pt>
    <dgm:pt modelId="{6F529862-8DEE-4F94-B4C5-7373F11EADBE}" type="sibTrans" cxnId="{E2A4984D-E7AC-405F-B89F-C5770C2374EC}">
      <dgm:prSet/>
      <dgm:spPr/>
      <dgm:t>
        <a:bodyPr/>
        <a:lstStyle/>
        <a:p>
          <a:endParaRPr lang="en-US"/>
        </a:p>
      </dgm:t>
    </dgm:pt>
    <dgm:pt modelId="{A15B8EBF-8CBD-4698-ACC7-9F357158EFD7}">
      <dgm:prSet/>
      <dgm:spPr/>
      <dgm:t>
        <a:bodyPr/>
        <a:lstStyle/>
        <a:p>
          <a:r>
            <a:rPr lang="en-US"/>
            <a:t>Repeat until goal is found</a:t>
          </a:r>
        </a:p>
      </dgm:t>
    </dgm:pt>
    <dgm:pt modelId="{A0A2A1EC-F23E-4F7F-8E2F-EE5FAFE46C04}" type="parTrans" cxnId="{2224B354-2D74-45EE-989C-E15CBFF857A2}">
      <dgm:prSet/>
      <dgm:spPr/>
      <dgm:t>
        <a:bodyPr/>
        <a:lstStyle/>
        <a:p>
          <a:endParaRPr lang="en-US"/>
        </a:p>
      </dgm:t>
    </dgm:pt>
    <dgm:pt modelId="{709B754A-C94A-41FB-8FE2-5CAE46673EBC}" type="sibTrans" cxnId="{2224B354-2D74-45EE-989C-E15CBFF857A2}">
      <dgm:prSet/>
      <dgm:spPr/>
      <dgm:t>
        <a:bodyPr/>
        <a:lstStyle/>
        <a:p>
          <a:endParaRPr lang="en-US"/>
        </a:p>
      </dgm:t>
    </dgm:pt>
    <dgm:pt modelId="{A8D31C33-BB37-4CD0-B013-D749B9E1DB0B}" type="pres">
      <dgm:prSet presAssocID="{061AE1B1-E375-4DF0-94AD-2E51EFDD6506}" presName="Name0" presStyleCnt="0">
        <dgm:presLayoutVars>
          <dgm:dir/>
          <dgm:animLvl val="lvl"/>
          <dgm:resizeHandles val="exact"/>
        </dgm:presLayoutVars>
      </dgm:prSet>
      <dgm:spPr/>
    </dgm:pt>
    <dgm:pt modelId="{3F7AE3E2-987A-4413-8C34-98B872EEFC5D}" type="pres">
      <dgm:prSet presAssocID="{109229BA-A107-40AC-8739-889D0968F6A7}" presName="boxAndChildren" presStyleCnt="0"/>
      <dgm:spPr/>
    </dgm:pt>
    <dgm:pt modelId="{43D2C698-2B65-4716-BCAC-F6913ED0C0DA}" type="pres">
      <dgm:prSet presAssocID="{109229BA-A107-40AC-8739-889D0968F6A7}" presName="parentTextBox" presStyleLbl="alignNode1" presStyleIdx="0" presStyleCnt="4"/>
      <dgm:spPr/>
    </dgm:pt>
    <dgm:pt modelId="{3F79ABE0-A627-41FF-865C-8CD439AACF3B}" type="pres">
      <dgm:prSet presAssocID="{109229BA-A107-40AC-8739-889D0968F6A7}" presName="descendantBox" presStyleLbl="bgAccFollowNode1" presStyleIdx="0" presStyleCnt="4"/>
      <dgm:spPr/>
    </dgm:pt>
    <dgm:pt modelId="{9D1F739F-E99B-4BEE-9746-AF25643B9964}" type="pres">
      <dgm:prSet presAssocID="{51AB4539-57FA-458A-B81A-D46AEB7272D1}" presName="sp" presStyleCnt="0"/>
      <dgm:spPr/>
    </dgm:pt>
    <dgm:pt modelId="{BDC35DF0-66AF-4405-B5CF-D291AC93DF13}" type="pres">
      <dgm:prSet presAssocID="{DDB9BCA7-BC16-4009-82C9-9CA160ECC1DE}" presName="arrowAndChildren" presStyleCnt="0"/>
      <dgm:spPr/>
    </dgm:pt>
    <dgm:pt modelId="{C86EB88F-0013-4804-8699-A9AF3BDC3C7A}" type="pres">
      <dgm:prSet presAssocID="{DDB9BCA7-BC16-4009-82C9-9CA160ECC1DE}" presName="parentTextArrow" presStyleLbl="node1" presStyleIdx="0" presStyleCnt="0"/>
      <dgm:spPr/>
    </dgm:pt>
    <dgm:pt modelId="{641940E8-7240-4CA3-9712-BE5726C62559}" type="pres">
      <dgm:prSet presAssocID="{DDB9BCA7-BC16-4009-82C9-9CA160ECC1DE}" presName="arrow" presStyleLbl="alignNode1" presStyleIdx="1" presStyleCnt="4"/>
      <dgm:spPr/>
    </dgm:pt>
    <dgm:pt modelId="{678ABE55-5A8D-44CB-8BBC-2C497BF38971}" type="pres">
      <dgm:prSet presAssocID="{DDB9BCA7-BC16-4009-82C9-9CA160ECC1DE}" presName="descendantArrow" presStyleLbl="bgAccFollowNode1" presStyleIdx="1" presStyleCnt="4"/>
      <dgm:spPr/>
    </dgm:pt>
    <dgm:pt modelId="{32EE10A3-8469-46AF-A123-E14CF62C695E}" type="pres">
      <dgm:prSet presAssocID="{02A0C1CE-875A-4EF5-AFFD-F9D32AA9FE36}" presName="sp" presStyleCnt="0"/>
      <dgm:spPr/>
    </dgm:pt>
    <dgm:pt modelId="{B12002B2-02BB-4D33-940C-9C0B3B053AB4}" type="pres">
      <dgm:prSet presAssocID="{AEF0299B-157D-47FD-B2A2-9C4AEBF5C35C}" presName="arrowAndChildren" presStyleCnt="0"/>
      <dgm:spPr/>
    </dgm:pt>
    <dgm:pt modelId="{604831B1-A723-4A09-A108-CD75C4721D59}" type="pres">
      <dgm:prSet presAssocID="{AEF0299B-157D-47FD-B2A2-9C4AEBF5C35C}" presName="parentTextArrow" presStyleLbl="node1" presStyleIdx="0" presStyleCnt="0"/>
      <dgm:spPr/>
    </dgm:pt>
    <dgm:pt modelId="{82FC243B-F608-438C-B2B8-BB0B2A5A9F16}" type="pres">
      <dgm:prSet presAssocID="{AEF0299B-157D-47FD-B2A2-9C4AEBF5C35C}" presName="arrow" presStyleLbl="alignNode1" presStyleIdx="2" presStyleCnt="4"/>
      <dgm:spPr/>
    </dgm:pt>
    <dgm:pt modelId="{BE756B74-68A6-4012-A36A-F0E1A1C092C4}" type="pres">
      <dgm:prSet presAssocID="{AEF0299B-157D-47FD-B2A2-9C4AEBF5C35C}" presName="descendantArrow" presStyleLbl="bgAccFollowNode1" presStyleIdx="2" presStyleCnt="4"/>
      <dgm:spPr/>
    </dgm:pt>
    <dgm:pt modelId="{890E6423-8F9A-4BFA-A875-8DA6214C1B3C}" type="pres">
      <dgm:prSet presAssocID="{7E387B3B-F619-4CE1-B686-7BEA300F4049}" presName="sp" presStyleCnt="0"/>
      <dgm:spPr/>
    </dgm:pt>
    <dgm:pt modelId="{D94427F9-31C3-4A47-97BF-C8EE27ED74D4}" type="pres">
      <dgm:prSet presAssocID="{88B71E5B-DC21-4503-8A38-9524AF6B39AB}" presName="arrowAndChildren" presStyleCnt="0"/>
      <dgm:spPr/>
    </dgm:pt>
    <dgm:pt modelId="{F54BC162-F651-412B-9D03-4397080B936F}" type="pres">
      <dgm:prSet presAssocID="{88B71E5B-DC21-4503-8A38-9524AF6B39AB}" presName="parentTextArrow" presStyleLbl="node1" presStyleIdx="0" presStyleCnt="0"/>
      <dgm:spPr/>
    </dgm:pt>
    <dgm:pt modelId="{718ABB11-954D-4EFC-A708-AE95BD601D31}" type="pres">
      <dgm:prSet presAssocID="{88B71E5B-DC21-4503-8A38-9524AF6B39AB}" presName="arrow" presStyleLbl="alignNode1" presStyleIdx="3" presStyleCnt="4"/>
      <dgm:spPr/>
    </dgm:pt>
    <dgm:pt modelId="{B99348C5-CBD2-4635-88E6-18978F6D5135}" type="pres">
      <dgm:prSet presAssocID="{88B71E5B-DC21-4503-8A38-9524AF6B39AB}" presName="descendantArrow" presStyleLbl="bgAccFollowNode1" presStyleIdx="3" presStyleCnt="4"/>
      <dgm:spPr/>
    </dgm:pt>
  </dgm:ptLst>
  <dgm:cxnLst>
    <dgm:cxn modelId="{531F1A01-4A3A-4649-A463-2A88F77FC256}" type="presOf" srcId="{DDB9BCA7-BC16-4009-82C9-9CA160ECC1DE}" destId="{C86EB88F-0013-4804-8699-A9AF3BDC3C7A}" srcOrd="0" destOrd="0" presId="urn:microsoft.com/office/officeart/2016/7/layout/VerticalDownArrowProcess"/>
    <dgm:cxn modelId="{3D382E1C-BF02-4375-B7ED-D650F8BD72C7}" type="presOf" srcId="{109229BA-A107-40AC-8739-889D0968F6A7}" destId="{43D2C698-2B65-4716-BCAC-F6913ED0C0DA}" srcOrd="0" destOrd="0" presId="urn:microsoft.com/office/officeart/2016/7/layout/VerticalDownArrowProcess"/>
    <dgm:cxn modelId="{6DE33620-1B66-4779-8B44-D5DA423084C1}" srcId="{061AE1B1-E375-4DF0-94AD-2E51EFDD6506}" destId="{AEF0299B-157D-47FD-B2A2-9C4AEBF5C35C}" srcOrd="1" destOrd="0" parTransId="{798B389C-CF8D-4152-9CD9-A863AE65F77B}" sibTransId="{02A0C1CE-875A-4EF5-AFFD-F9D32AA9FE36}"/>
    <dgm:cxn modelId="{3BB4CF2B-B40B-47D4-BB45-FCF858AF92F3}" type="presOf" srcId="{DDB9BCA7-BC16-4009-82C9-9CA160ECC1DE}" destId="{641940E8-7240-4CA3-9712-BE5726C62559}" srcOrd="1" destOrd="0" presId="urn:microsoft.com/office/officeart/2016/7/layout/VerticalDownArrowProcess"/>
    <dgm:cxn modelId="{E3BF0F30-5CD5-4ABC-9186-987882C1877B}" type="presOf" srcId="{F720A399-D3C3-4919-BA51-24B788D04B9D}" destId="{BE756B74-68A6-4012-A36A-F0E1A1C092C4}" srcOrd="0" destOrd="0" presId="urn:microsoft.com/office/officeart/2016/7/layout/VerticalDownArrowProcess"/>
    <dgm:cxn modelId="{3078EE60-C242-4DC9-B4E7-A87CB2FCB347}" type="presOf" srcId="{0BCF8DED-BA67-4484-BAA7-172994542088}" destId="{678ABE55-5A8D-44CB-8BBC-2C497BF38971}" srcOrd="0" destOrd="0" presId="urn:microsoft.com/office/officeart/2016/7/layout/VerticalDownArrowProcess"/>
    <dgm:cxn modelId="{453AB467-68BD-4601-BF74-03BB33E01EF2}" type="presOf" srcId="{95E38CD8-C431-4BC3-8315-21F1DDBA7F2B}" destId="{B99348C5-CBD2-4635-88E6-18978F6D5135}" srcOrd="0" destOrd="0" presId="urn:microsoft.com/office/officeart/2016/7/layout/VerticalDownArrowProcess"/>
    <dgm:cxn modelId="{6E25434D-17CF-4719-965E-0454F833F1F4}" type="presOf" srcId="{88B71E5B-DC21-4503-8A38-9524AF6B39AB}" destId="{718ABB11-954D-4EFC-A708-AE95BD601D31}" srcOrd="1" destOrd="0" presId="urn:microsoft.com/office/officeart/2016/7/layout/VerticalDownArrowProcess"/>
    <dgm:cxn modelId="{E2A4984D-E7AC-405F-B89F-C5770C2374EC}" srcId="{061AE1B1-E375-4DF0-94AD-2E51EFDD6506}" destId="{109229BA-A107-40AC-8739-889D0968F6A7}" srcOrd="3" destOrd="0" parTransId="{7D37C916-6323-4FC2-AADD-8162CF9074A8}" sibTransId="{6F529862-8DEE-4F94-B4C5-7373F11EADBE}"/>
    <dgm:cxn modelId="{2224B354-2D74-45EE-989C-E15CBFF857A2}" srcId="{109229BA-A107-40AC-8739-889D0968F6A7}" destId="{A15B8EBF-8CBD-4698-ACC7-9F357158EFD7}" srcOrd="0" destOrd="0" parTransId="{A0A2A1EC-F23E-4F7F-8E2F-EE5FAFE46C04}" sibTransId="{709B754A-C94A-41FB-8FE2-5CAE46673EBC}"/>
    <dgm:cxn modelId="{8C442478-075B-4153-9765-07D51D98321B}" srcId="{88B71E5B-DC21-4503-8A38-9524AF6B39AB}" destId="{95E38CD8-C431-4BC3-8315-21F1DDBA7F2B}" srcOrd="0" destOrd="0" parTransId="{DB329B56-A8FC-4A01-8FC2-7BD9BAE6977E}" sibTransId="{3D3A8BE3-20CC-46D3-AAC8-B6BEC81A287D}"/>
    <dgm:cxn modelId="{C894F159-74AD-4333-B56D-71B92D434377}" type="presOf" srcId="{AEF0299B-157D-47FD-B2A2-9C4AEBF5C35C}" destId="{604831B1-A723-4A09-A108-CD75C4721D59}" srcOrd="0" destOrd="0" presId="urn:microsoft.com/office/officeart/2016/7/layout/VerticalDownArrowProcess"/>
    <dgm:cxn modelId="{59478E7C-8764-4C2D-BCB6-0DE653C940DC}" type="presOf" srcId="{061AE1B1-E375-4DF0-94AD-2E51EFDD6506}" destId="{A8D31C33-BB37-4CD0-B013-D749B9E1DB0B}" srcOrd="0" destOrd="0" presId="urn:microsoft.com/office/officeart/2016/7/layout/VerticalDownArrowProcess"/>
    <dgm:cxn modelId="{11F41587-2C85-4BFC-8C3A-5B555E1E02EF}" srcId="{DDB9BCA7-BC16-4009-82C9-9CA160ECC1DE}" destId="{0BCF8DED-BA67-4484-BAA7-172994542088}" srcOrd="0" destOrd="0" parTransId="{00B49030-54AF-4E43-940D-476050281F8F}" sibTransId="{A40DB02C-84B3-4255-96FE-21B047284BF3}"/>
    <dgm:cxn modelId="{E6999091-5A06-4E18-AFCE-F86A5512589F}" srcId="{AEF0299B-157D-47FD-B2A2-9C4AEBF5C35C}" destId="{F720A399-D3C3-4919-BA51-24B788D04B9D}" srcOrd="0" destOrd="0" parTransId="{78A790AB-5F78-4458-A26D-2DBBF73C35FE}" sibTransId="{BA810520-74F3-4DEC-8104-DA2D30A2060A}"/>
    <dgm:cxn modelId="{94BBACB9-C2BD-4E61-A9C1-E7F935535670}" srcId="{061AE1B1-E375-4DF0-94AD-2E51EFDD6506}" destId="{DDB9BCA7-BC16-4009-82C9-9CA160ECC1DE}" srcOrd="2" destOrd="0" parTransId="{3B8E5F42-6237-42C2-9F48-87591D97E3B6}" sibTransId="{51AB4539-57FA-458A-B81A-D46AEB7272D1}"/>
    <dgm:cxn modelId="{C12E76BA-4C9B-4C8D-BCB1-825053A6C5AD}" type="presOf" srcId="{AEF0299B-157D-47FD-B2A2-9C4AEBF5C35C}" destId="{82FC243B-F608-438C-B2B8-BB0B2A5A9F16}" srcOrd="1" destOrd="0" presId="urn:microsoft.com/office/officeart/2016/7/layout/VerticalDownArrowProcess"/>
    <dgm:cxn modelId="{6587ADBD-F7A5-443C-A69B-AE96FF0DE508}" srcId="{061AE1B1-E375-4DF0-94AD-2E51EFDD6506}" destId="{88B71E5B-DC21-4503-8A38-9524AF6B39AB}" srcOrd="0" destOrd="0" parTransId="{B9ECD67F-2919-4DB6-9B45-51DDAC8A382B}" sibTransId="{7E387B3B-F619-4CE1-B686-7BEA300F4049}"/>
    <dgm:cxn modelId="{77D7E7CF-9D1D-45D4-AF93-C7845F92ED48}" type="presOf" srcId="{88B71E5B-DC21-4503-8A38-9524AF6B39AB}" destId="{F54BC162-F651-412B-9D03-4397080B936F}" srcOrd="0" destOrd="0" presId="urn:microsoft.com/office/officeart/2016/7/layout/VerticalDownArrowProcess"/>
    <dgm:cxn modelId="{97BD1FF6-26F9-43A0-ABDE-0237227D7278}" type="presOf" srcId="{A15B8EBF-8CBD-4698-ACC7-9F357158EFD7}" destId="{3F79ABE0-A627-41FF-865C-8CD439AACF3B}" srcOrd="0" destOrd="0" presId="urn:microsoft.com/office/officeart/2016/7/layout/VerticalDownArrowProcess"/>
    <dgm:cxn modelId="{DADE987B-8064-4A78-87AF-BC6CEE25D1FD}" type="presParOf" srcId="{A8D31C33-BB37-4CD0-B013-D749B9E1DB0B}" destId="{3F7AE3E2-987A-4413-8C34-98B872EEFC5D}" srcOrd="0" destOrd="0" presId="urn:microsoft.com/office/officeart/2016/7/layout/VerticalDownArrowProcess"/>
    <dgm:cxn modelId="{91579EE9-6D16-4A49-B623-8ADA78F8DEC6}" type="presParOf" srcId="{3F7AE3E2-987A-4413-8C34-98B872EEFC5D}" destId="{43D2C698-2B65-4716-BCAC-F6913ED0C0DA}" srcOrd="0" destOrd="0" presId="urn:microsoft.com/office/officeart/2016/7/layout/VerticalDownArrowProcess"/>
    <dgm:cxn modelId="{A1442069-DF2B-4CA2-8DDC-5606FE220E34}" type="presParOf" srcId="{3F7AE3E2-987A-4413-8C34-98B872EEFC5D}" destId="{3F79ABE0-A627-41FF-865C-8CD439AACF3B}" srcOrd="1" destOrd="0" presId="urn:microsoft.com/office/officeart/2016/7/layout/VerticalDownArrowProcess"/>
    <dgm:cxn modelId="{77B0056B-C8C4-4A10-B6B8-4EF4A48D1BA0}" type="presParOf" srcId="{A8D31C33-BB37-4CD0-B013-D749B9E1DB0B}" destId="{9D1F739F-E99B-4BEE-9746-AF25643B9964}" srcOrd="1" destOrd="0" presId="urn:microsoft.com/office/officeart/2016/7/layout/VerticalDownArrowProcess"/>
    <dgm:cxn modelId="{89B7DE90-F49F-44CE-8210-DA557F2B5500}" type="presParOf" srcId="{A8D31C33-BB37-4CD0-B013-D749B9E1DB0B}" destId="{BDC35DF0-66AF-4405-B5CF-D291AC93DF13}" srcOrd="2" destOrd="0" presId="urn:microsoft.com/office/officeart/2016/7/layout/VerticalDownArrowProcess"/>
    <dgm:cxn modelId="{789D7F85-DC77-411D-953A-A7BB211A3BDD}" type="presParOf" srcId="{BDC35DF0-66AF-4405-B5CF-D291AC93DF13}" destId="{C86EB88F-0013-4804-8699-A9AF3BDC3C7A}" srcOrd="0" destOrd="0" presId="urn:microsoft.com/office/officeart/2016/7/layout/VerticalDownArrowProcess"/>
    <dgm:cxn modelId="{ED34147B-910A-43A9-B9CF-EACE5FDF570F}" type="presParOf" srcId="{BDC35DF0-66AF-4405-B5CF-D291AC93DF13}" destId="{641940E8-7240-4CA3-9712-BE5726C62559}" srcOrd="1" destOrd="0" presId="urn:microsoft.com/office/officeart/2016/7/layout/VerticalDownArrowProcess"/>
    <dgm:cxn modelId="{1A3CAD86-5306-4D49-B4F2-0A89FD187321}" type="presParOf" srcId="{BDC35DF0-66AF-4405-B5CF-D291AC93DF13}" destId="{678ABE55-5A8D-44CB-8BBC-2C497BF38971}" srcOrd="2" destOrd="0" presId="urn:microsoft.com/office/officeart/2016/7/layout/VerticalDownArrowProcess"/>
    <dgm:cxn modelId="{A5DF0790-466C-4592-AE90-287D78E03023}" type="presParOf" srcId="{A8D31C33-BB37-4CD0-B013-D749B9E1DB0B}" destId="{32EE10A3-8469-46AF-A123-E14CF62C695E}" srcOrd="3" destOrd="0" presId="urn:microsoft.com/office/officeart/2016/7/layout/VerticalDownArrowProcess"/>
    <dgm:cxn modelId="{1D8361A9-CC51-405E-B48C-C785FE774844}" type="presParOf" srcId="{A8D31C33-BB37-4CD0-B013-D749B9E1DB0B}" destId="{B12002B2-02BB-4D33-940C-9C0B3B053AB4}" srcOrd="4" destOrd="0" presId="urn:microsoft.com/office/officeart/2016/7/layout/VerticalDownArrowProcess"/>
    <dgm:cxn modelId="{3FD52B86-5071-42E1-A57B-57331D5486B7}" type="presParOf" srcId="{B12002B2-02BB-4D33-940C-9C0B3B053AB4}" destId="{604831B1-A723-4A09-A108-CD75C4721D59}" srcOrd="0" destOrd="0" presId="urn:microsoft.com/office/officeart/2016/7/layout/VerticalDownArrowProcess"/>
    <dgm:cxn modelId="{7C15279A-25F7-4FD1-9D49-E289395B09FB}" type="presParOf" srcId="{B12002B2-02BB-4D33-940C-9C0B3B053AB4}" destId="{82FC243B-F608-438C-B2B8-BB0B2A5A9F16}" srcOrd="1" destOrd="0" presId="urn:microsoft.com/office/officeart/2016/7/layout/VerticalDownArrowProcess"/>
    <dgm:cxn modelId="{6E4E0C83-7643-4A8D-AF81-556A859E33DE}" type="presParOf" srcId="{B12002B2-02BB-4D33-940C-9C0B3B053AB4}" destId="{BE756B74-68A6-4012-A36A-F0E1A1C092C4}" srcOrd="2" destOrd="0" presId="urn:microsoft.com/office/officeart/2016/7/layout/VerticalDownArrowProcess"/>
    <dgm:cxn modelId="{C709B6F4-B445-43F8-9DD5-918BD0683D59}" type="presParOf" srcId="{A8D31C33-BB37-4CD0-B013-D749B9E1DB0B}" destId="{890E6423-8F9A-4BFA-A875-8DA6214C1B3C}" srcOrd="5" destOrd="0" presId="urn:microsoft.com/office/officeart/2016/7/layout/VerticalDownArrowProcess"/>
    <dgm:cxn modelId="{14AFF59D-C35D-4887-BAEE-7CB4D9681580}" type="presParOf" srcId="{A8D31C33-BB37-4CD0-B013-D749B9E1DB0B}" destId="{D94427F9-31C3-4A47-97BF-C8EE27ED74D4}" srcOrd="6" destOrd="0" presId="urn:microsoft.com/office/officeart/2016/7/layout/VerticalDownArrowProcess"/>
    <dgm:cxn modelId="{8052F8CB-BD48-4CCA-AF04-79F113492033}" type="presParOf" srcId="{D94427F9-31C3-4A47-97BF-C8EE27ED74D4}" destId="{F54BC162-F651-412B-9D03-4397080B936F}" srcOrd="0" destOrd="0" presId="urn:microsoft.com/office/officeart/2016/7/layout/VerticalDownArrowProcess"/>
    <dgm:cxn modelId="{9EC859D2-6DB1-4EF9-8FBA-B07AF4E044D8}" type="presParOf" srcId="{D94427F9-31C3-4A47-97BF-C8EE27ED74D4}" destId="{718ABB11-954D-4EFC-A708-AE95BD601D31}" srcOrd="1" destOrd="0" presId="urn:microsoft.com/office/officeart/2016/7/layout/VerticalDownArrowProcess"/>
    <dgm:cxn modelId="{9585659F-E7A9-48A7-9767-6974C7CA0620}" type="presParOf" srcId="{D94427F9-31C3-4A47-97BF-C8EE27ED74D4}" destId="{B99348C5-CBD2-4635-88E6-18978F6D5135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5ACFCD3-2B01-4641-AF6A-CC1D7AF52DAA}" type="doc">
      <dgm:prSet loTypeId="urn:microsoft.com/office/officeart/2008/layout/LinedLis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F030E646-5549-4AED-9BFF-BE326C8BCE7E}">
      <dgm:prSet/>
      <dgm:spPr/>
      <dgm:t>
        <a:bodyPr/>
        <a:lstStyle/>
        <a:p>
          <a:r>
            <a:rPr lang="en-US"/>
            <a:t>Its complete</a:t>
          </a:r>
        </a:p>
      </dgm:t>
    </dgm:pt>
    <dgm:pt modelId="{123CC9B2-CF50-4CC0-A52E-95D7D6D74113}" type="parTrans" cxnId="{A0F13E55-E150-4A8C-9836-2CA209F2D99B}">
      <dgm:prSet/>
      <dgm:spPr/>
      <dgm:t>
        <a:bodyPr/>
        <a:lstStyle/>
        <a:p>
          <a:endParaRPr lang="en-US"/>
        </a:p>
      </dgm:t>
    </dgm:pt>
    <dgm:pt modelId="{FE066C39-733D-4DE3-8393-2D91E3242B32}" type="sibTrans" cxnId="{A0F13E55-E150-4A8C-9836-2CA209F2D99B}">
      <dgm:prSet/>
      <dgm:spPr/>
      <dgm:t>
        <a:bodyPr/>
        <a:lstStyle/>
        <a:p>
          <a:endParaRPr lang="en-US"/>
        </a:p>
      </dgm:t>
    </dgm:pt>
    <dgm:pt modelId="{D49AE843-5D71-4207-AC94-5A01ECDBA95B}">
      <dgm:prSet/>
      <dgm:spPr/>
      <dgm:t>
        <a:bodyPr/>
        <a:lstStyle/>
        <a:p>
          <a:r>
            <a:rPr lang="en-US"/>
            <a:t>Its optimal (unit step cost)</a:t>
          </a:r>
        </a:p>
      </dgm:t>
    </dgm:pt>
    <dgm:pt modelId="{82FEE0D7-017D-4212-8AB7-281F8A964EB1}" type="parTrans" cxnId="{E9971C38-B8CD-4E36-8CC0-43C6A620169C}">
      <dgm:prSet/>
      <dgm:spPr/>
      <dgm:t>
        <a:bodyPr/>
        <a:lstStyle/>
        <a:p>
          <a:endParaRPr lang="en-US"/>
        </a:p>
      </dgm:t>
    </dgm:pt>
    <dgm:pt modelId="{BC0D3E90-B28F-4A70-AEEA-2F9F467CE5EC}" type="sibTrans" cxnId="{E9971C38-B8CD-4E36-8CC0-43C6A620169C}">
      <dgm:prSet/>
      <dgm:spPr/>
      <dgm:t>
        <a:bodyPr/>
        <a:lstStyle/>
        <a:p>
          <a:endParaRPr lang="en-US"/>
        </a:p>
      </dgm:t>
    </dgm:pt>
    <dgm:pt modelId="{0A9B3813-2EFC-4B44-AAA6-B58DB3447CAE}">
      <dgm:prSet/>
      <dgm:spPr/>
      <dgm:t>
        <a:bodyPr/>
        <a:lstStyle/>
        <a:p>
          <a:r>
            <a:rPr lang="en-US"/>
            <a:t>Time Complexity: O(b^d)</a:t>
          </a:r>
        </a:p>
      </dgm:t>
    </dgm:pt>
    <dgm:pt modelId="{371851C8-E0B7-44DD-B889-17EB766C77F1}" type="parTrans" cxnId="{9962EACA-EE7D-4FE9-8C4A-58825EE365B5}">
      <dgm:prSet/>
      <dgm:spPr/>
      <dgm:t>
        <a:bodyPr/>
        <a:lstStyle/>
        <a:p>
          <a:endParaRPr lang="en-US"/>
        </a:p>
      </dgm:t>
    </dgm:pt>
    <dgm:pt modelId="{74DACB9A-2C2E-4851-84EF-DF1D4F72E6A7}" type="sibTrans" cxnId="{9962EACA-EE7D-4FE9-8C4A-58825EE365B5}">
      <dgm:prSet/>
      <dgm:spPr/>
      <dgm:t>
        <a:bodyPr/>
        <a:lstStyle/>
        <a:p>
          <a:endParaRPr lang="en-US"/>
        </a:p>
      </dgm:t>
    </dgm:pt>
    <dgm:pt modelId="{3C4F417D-2EC1-4B19-A8D7-45F343C21AF8}">
      <dgm:prSet/>
      <dgm:spPr/>
      <dgm:t>
        <a:bodyPr/>
        <a:lstStyle/>
        <a:p>
          <a:r>
            <a:rPr lang="en-US"/>
            <a:t>Space Complexity: O(bd)</a:t>
          </a:r>
        </a:p>
      </dgm:t>
    </dgm:pt>
    <dgm:pt modelId="{E93BA378-0A0B-4D68-AB3E-84A1361337E3}" type="parTrans" cxnId="{4ABB8209-AB95-4A8F-8624-A7BAC04E0611}">
      <dgm:prSet/>
      <dgm:spPr/>
      <dgm:t>
        <a:bodyPr/>
        <a:lstStyle/>
        <a:p>
          <a:endParaRPr lang="en-US"/>
        </a:p>
      </dgm:t>
    </dgm:pt>
    <dgm:pt modelId="{C67A1C0E-0AAE-465D-A58C-6C963A2A4650}" type="sibTrans" cxnId="{4ABB8209-AB95-4A8F-8624-A7BAC04E0611}">
      <dgm:prSet/>
      <dgm:spPr/>
      <dgm:t>
        <a:bodyPr/>
        <a:lstStyle/>
        <a:p>
          <a:endParaRPr lang="en-US"/>
        </a:p>
      </dgm:t>
    </dgm:pt>
    <dgm:pt modelId="{DAFC883E-CE48-4E38-BB3D-E11DB4251E8E}" type="pres">
      <dgm:prSet presAssocID="{95ACFCD3-2B01-4641-AF6A-CC1D7AF52DAA}" presName="vert0" presStyleCnt="0">
        <dgm:presLayoutVars>
          <dgm:dir/>
          <dgm:animOne val="branch"/>
          <dgm:animLvl val="lvl"/>
        </dgm:presLayoutVars>
      </dgm:prSet>
      <dgm:spPr/>
    </dgm:pt>
    <dgm:pt modelId="{815E2C56-B0E1-42C6-AE0E-332C3DB48C5E}" type="pres">
      <dgm:prSet presAssocID="{F030E646-5549-4AED-9BFF-BE326C8BCE7E}" presName="thickLine" presStyleLbl="alignNode1" presStyleIdx="0" presStyleCnt="4"/>
      <dgm:spPr/>
    </dgm:pt>
    <dgm:pt modelId="{132E6C36-35FD-4E46-AF95-796C71359940}" type="pres">
      <dgm:prSet presAssocID="{F030E646-5549-4AED-9BFF-BE326C8BCE7E}" presName="horz1" presStyleCnt="0"/>
      <dgm:spPr/>
    </dgm:pt>
    <dgm:pt modelId="{BD36D231-F0BF-40BE-8644-E8C277375343}" type="pres">
      <dgm:prSet presAssocID="{F030E646-5549-4AED-9BFF-BE326C8BCE7E}" presName="tx1" presStyleLbl="revTx" presStyleIdx="0" presStyleCnt="4"/>
      <dgm:spPr/>
    </dgm:pt>
    <dgm:pt modelId="{7BE314DA-04DC-4435-9427-CDF66C671E9F}" type="pres">
      <dgm:prSet presAssocID="{F030E646-5549-4AED-9BFF-BE326C8BCE7E}" presName="vert1" presStyleCnt="0"/>
      <dgm:spPr/>
    </dgm:pt>
    <dgm:pt modelId="{12DAD653-8919-4E10-940E-9852D42ABF81}" type="pres">
      <dgm:prSet presAssocID="{D49AE843-5D71-4207-AC94-5A01ECDBA95B}" presName="thickLine" presStyleLbl="alignNode1" presStyleIdx="1" presStyleCnt="4"/>
      <dgm:spPr/>
    </dgm:pt>
    <dgm:pt modelId="{DA8962F4-0008-4C7F-8F3A-55BAD687C1FC}" type="pres">
      <dgm:prSet presAssocID="{D49AE843-5D71-4207-AC94-5A01ECDBA95B}" presName="horz1" presStyleCnt="0"/>
      <dgm:spPr/>
    </dgm:pt>
    <dgm:pt modelId="{76393009-4AB4-4DA2-818B-83AAC0647950}" type="pres">
      <dgm:prSet presAssocID="{D49AE843-5D71-4207-AC94-5A01ECDBA95B}" presName="tx1" presStyleLbl="revTx" presStyleIdx="1" presStyleCnt="4"/>
      <dgm:spPr/>
    </dgm:pt>
    <dgm:pt modelId="{39AC6B80-FB4E-4F35-A4A4-95984BA25D55}" type="pres">
      <dgm:prSet presAssocID="{D49AE843-5D71-4207-AC94-5A01ECDBA95B}" presName="vert1" presStyleCnt="0"/>
      <dgm:spPr/>
    </dgm:pt>
    <dgm:pt modelId="{4A70EF10-B025-49AF-B6CC-BC8382E317C6}" type="pres">
      <dgm:prSet presAssocID="{0A9B3813-2EFC-4B44-AAA6-B58DB3447CAE}" presName="thickLine" presStyleLbl="alignNode1" presStyleIdx="2" presStyleCnt="4"/>
      <dgm:spPr/>
    </dgm:pt>
    <dgm:pt modelId="{732F3D9C-6726-4B3C-AF22-BC2045B76698}" type="pres">
      <dgm:prSet presAssocID="{0A9B3813-2EFC-4B44-AAA6-B58DB3447CAE}" presName="horz1" presStyleCnt="0"/>
      <dgm:spPr/>
    </dgm:pt>
    <dgm:pt modelId="{AB19B56E-D35A-41FB-8F5C-6DDD9574B893}" type="pres">
      <dgm:prSet presAssocID="{0A9B3813-2EFC-4B44-AAA6-B58DB3447CAE}" presName="tx1" presStyleLbl="revTx" presStyleIdx="2" presStyleCnt="4"/>
      <dgm:spPr/>
    </dgm:pt>
    <dgm:pt modelId="{DCA6F52D-10FB-463F-BDB1-3DC3B2EFC90A}" type="pres">
      <dgm:prSet presAssocID="{0A9B3813-2EFC-4B44-AAA6-B58DB3447CAE}" presName="vert1" presStyleCnt="0"/>
      <dgm:spPr/>
    </dgm:pt>
    <dgm:pt modelId="{0C847634-06D5-4999-B2D7-245792BBD463}" type="pres">
      <dgm:prSet presAssocID="{3C4F417D-2EC1-4B19-A8D7-45F343C21AF8}" presName="thickLine" presStyleLbl="alignNode1" presStyleIdx="3" presStyleCnt="4"/>
      <dgm:spPr/>
    </dgm:pt>
    <dgm:pt modelId="{C9F4CB3C-2D88-493C-B30B-7ADB8044736F}" type="pres">
      <dgm:prSet presAssocID="{3C4F417D-2EC1-4B19-A8D7-45F343C21AF8}" presName="horz1" presStyleCnt="0"/>
      <dgm:spPr/>
    </dgm:pt>
    <dgm:pt modelId="{A2ACE6B3-F4D8-4FF8-8175-C9F5EBEF104E}" type="pres">
      <dgm:prSet presAssocID="{3C4F417D-2EC1-4B19-A8D7-45F343C21AF8}" presName="tx1" presStyleLbl="revTx" presStyleIdx="3" presStyleCnt="4"/>
      <dgm:spPr/>
    </dgm:pt>
    <dgm:pt modelId="{BBCC3B25-F7C4-4AE6-B2BB-F71983E01E6E}" type="pres">
      <dgm:prSet presAssocID="{3C4F417D-2EC1-4B19-A8D7-45F343C21AF8}" presName="vert1" presStyleCnt="0"/>
      <dgm:spPr/>
    </dgm:pt>
  </dgm:ptLst>
  <dgm:cxnLst>
    <dgm:cxn modelId="{4ABB8209-AB95-4A8F-8624-A7BAC04E0611}" srcId="{95ACFCD3-2B01-4641-AF6A-CC1D7AF52DAA}" destId="{3C4F417D-2EC1-4B19-A8D7-45F343C21AF8}" srcOrd="3" destOrd="0" parTransId="{E93BA378-0A0B-4D68-AB3E-84A1361337E3}" sibTransId="{C67A1C0E-0AAE-465D-A58C-6C963A2A4650}"/>
    <dgm:cxn modelId="{31E16A1A-6721-4448-A319-2F83366C3662}" type="presOf" srcId="{3C4F417D-2EC1-4B19-A8D7-45F343C21AF8}" destId="{A2ACE6B3-F4D8-4FF8-8175-C9F5EBEF104E}" srcOrd="0" destOrd="0" presId="urn:microsoft.com/office/officeart/2008/layout/LinedList"/>
    <dgm:cxn modelId="{E9971C38-B8CD-4E36-8CC0-43C6A620169C}" srcId="{95ACFCD3-2B01-4641-AF6A-CC1D7AF52DAA}" destId="{D49AE843-5D71-4207-AC94-5A01ECDBA95B}" srcOrd="1" destOrd="0" parTransId="{82FEE0D7-017D-4212-8AB7-281F8A964EB1}" sibTransId="{BC0D3E90-B28F-4A70-AEEA-2F9F467CE5EC}"/>
    <dgm:cxn modelId="{A0F13E55-E150-4A8C-9836-2CA209F2D99B}" srcId="{95ACFCD3-2B01-4641-AF6A-CC1D7AF52DAA}" destId="{F030E646-5549-4AED-9BFF-BE326C8BCE7E}" srcOrd="0" destOrd="0" parTransId="{123CC9B2-CF50-4CC0-A52E-95D7D6D74113}" sibTransId="{FE066C39-733D-4DE3-8393-2D91E3242B32}"/>
    <dgm:cxn modelId="{067CE97B-29D4-447A-9189-7F8CC9ED9E58}" type="presOf" srcId="{0A9B3813-2EFC-4B44-AAA6-B58DB3447CAE}" destId="{AB19B56E-D35A-41FB-8F5C-6DDD9574B893}" srcOrd="0" destOrd="0" presId="urn:microsoft.com/office/officeart/2008/layout/LinedList"/>
    <dgm:cxn modelId="{9962EACA-EE7D-4FE9-8C4A-58825EE365B5}" srcId="{95ACFCD3-2B01-4641-AF6A-CC1D7AF52DAA}" destId="{0A9B3813-2EFC-4B44-AAA6-B58DB3447CAE}" srcOrd="2" destOrd="0" parTransId="{371851C8-E0B7-44DD-B889-17EB766C77F1}" sibTransId="{74DACB9A-2C2E-4851-84EF-DF1D4F72E6A7}"/>
    <dgm:cxn modelId="{CB66D1D9-FE9E-45FE-AF56-243D169A146D}" type="presOf" srcId="{95ACFCD3-2B01-4641-AF6A-CC1D7AF52DAA}" destId="{DAFC883E-CE48-4E38-BB3D-E11DB4251E8E}" srcOrd="0" destOrd="0" presId="urn:microsoft.com/office/officeart/2008/layout/LinedList"/>
    <dgm:cxn modelId="{0014F5DF-5961-4922-93B4-F4FD1985E18E}" type="presOf" srcId="{F030E646-5549-4AED-9BFF-BE326C8BCE7E}" destId="{BD36D231-F0BF-40BE-8644-E8C277375343}" srcOrd="0" destOrd="0" presId="urn:microsoft.com/office/officeart/2008/layout/LinedList"/>
    <dgm:cxn modelId="{D7CD9BF1-50BE-4AD9-A1E0-05AA5EA84FF3}" type="presOf" srcId="{D49AE843-5D71-4207-AC94-5A01ECDBA95B}" destId="{76393009-4AB4-4DA2-818B-83AAC0647950}" srcOrd="0" destOrd="0" presId="urn:microsoft.com/office/officeart/2008/layout/LinedList"/>
    <dgm:cxn modelId="{8425B7C1-134A-4EAF-A123-716298122073}" type="presParOf" srcId="{DAFC883E-CE48-4E38-BB3D-E11DB4251E8E}" destId="{815E2C56-B0E1-42C6-AE0E-332C3DB48C5E}" srcOrd="0" destOrd="0" presId="urn:microsoft.com/office/officeart/2008/layout/LinedList"/>
    <dgm:cxn modelId="{3E2E23F7-D010-47EB-8563-676185AAB60E}" type="presParOf" srcId="{DAFC883E-CE48-4E38-BB3D-E11DB4251E8E}" destId="{132E6C36-35FD-4E46-AF95-796C71359940}" srcOrd="1" destOrd="0" presId="urn:microsoft.com/office/officeart/2008/layout/LinedList"/>
    <dgm:cxn modelId="{BD4B8F45-D9C2-4FC3-BBCB-30B8294ED771}" type="presParOf" srcId="{132E6C36-35FD-4E46-AF95-796C71359940}" destId="{BD36D231-F0BF-40BE-8644-E8C277375343}" srcOrd="0" destOrd="0" presId="urn:microsoft.com/office/officeart/2008/layout/LinedList"/>
    <dgm:cxn modelId="{33E47CB7-34C1-4682-BBBB-21F785470B03}" type="presParOf" srcId="{132E6C36-35FD-4E46-AF95-796C71359940}" destId="{7BE314DA-04DC-4435-9427-CDF66C671E9F}" srcOrd="1" destOrd="0" presId="urn:microsoft.com/office/officeart/2008/layout/LinedList"/>
    <dgm:cxn modelId="{AA969BF9-A05C-44C9-A0FD-E155566197DC}" type="presParOf" srcId="{DAFC883E-CE48-4E38-BB3D-E11DB4251E8E}" destId="{12DAD653-8919-4E10-940E-9852D42ABF81}" srcOrd="2" destOrd="0" presId="urn:microsoft.com/office/officeart/2008/layout/LinedList"/>
    <dgm:cxn modelId="{82D4E8A2-D3A1-44DB-A2BF-3393F5398BD3}" type="presParOf" srcId="{DAFC883E-CE48-4E38-BB3D-E11DB4251E8E}" destId="{DA8962F4-0008-4C7F-8F3A-55BAD687C1FC}" srcOrd="3" destOrd="0" presId="urn:microsoft.com/office/officeart/2008/layout/LinedList"/>
    <dgm:cxn modelId="{906ADEEC-11C1-48F9-8D50-F5036F8B2291}" type="presParOf" srcId="{DA8962F4-0008-4C7F-8F3A-55BAD687C1FC}" destId="{76393009-4AB4-4DA2-818B-83AAC0647950}" srcOrd="0" destOrd="0" presId="urn:microsoft.com/office/officeart/2008/layout/LinedList"/>
    <dgm:cxn modelId="{E3854128-6474-49DB-9300-AFEEEBCA0A92}" type="presParOf" srcId="{DA8962F4-0008-4C7F-8F3A-55BAD687C1FC}" destId="{39AC6B80-FB4E-4F35-A4A4-95984BA25D55}" srcOrd="1" destOrd="0" presId="urn:microsoft.com/office/officeart/2008/layout/LinedList"/>
    <dgm:cxn modelId="{8CAEEF3A-B246-4E09-BC1F-1F54174CC92C}" type="presParOf" srcId="{DAFC883E-CE48-4E38-BB3D-E11DB4251E8E}" destId="{4A70EF10-B025-49AF-B6CC-BC8382E317C6}" srcOrd="4" destOrd="0" presId="urn:microsoft.com/office/officeart/2008/layout/LinedList"/>
    <dgm:cxn modelId="{0AF766EB-2A90-4140-A1F1-E787CD691D6A}" type="presParOf" srcId="{DAFC883E-CE48-4E38-BB3D-E11DB4251E8E}" destId="{732F3D9C-6726-4B3C-AF22-BC2045B76698}" srcOrd="5" destOrd="0" presId="urn:microsoft.com/office/officeart/2008/layout/LinedList"/>
    <dgm:cxn modelId="{8B2DF620-2DF1-4EA2-B1B2-A65C85E0C152}" type="presParOf" srcId="{732F3D9C-6726-4B3C-AF22-BC2045B76698}" destId="{AB19B56E-D35A-41FB-8F5C-6DDD9574B893}" srcOrd="0" destOrd="0" presId="urn:microsoft.com/office/officeart/2008/layout/LinedList"/>
    <dgm:cxn modelId="{1022B053-68C9-4BF0-9468-FBA179CD4C0B}" type="presParOf" srcId="{732F3D9C-6726-4B3C-AF22-BC2045B76698}" destId="{DCA6F52D-10FB-463F-BDB1-3DC3B2EFC90A}" srcOrd="1" destOrd="0" presId="urn:microsoft.com/office/officeart/2008/layout/LinedList"/>
    <dgm:cxn modelId="{A026C363-32B4-4FC6-820D-C4AC6AC39C06}" type="presParOf" srcId="{DAFC883E-CE48-4E38-BB3D-E11DB4251E8E}" destId="{0C847634-06D5-4999-B2D7-245792BBD463}" srcOrd="6" destOrd="0" presId="urn:microsoft.com/office/officeart/2008/layout/LinedList"/>
    <dgm:cxn modelId="{955A6A04-EE30-4F72-B2AA-7C8ED1C2AEEB}" type="presParOf" srcId="{DAFC883E-CE48-4E38-BB3D-E11DB4251E8E}" destId="{C9F4CB3C-2D88-493C-B30B-7ADB8044736F}" srcOrd="7" destOrd="0" presId="urn:microsoft.com/office/officeart/2008/layout/LinedList"/>
    <dgm:cxn modelId="{7DD2609E-1A3D-4ABC-B3CF-B46D1582E70E}" type="presParOf" srcId="{C9F4CB3C-2D88-493C-B30B-7ADB8044736F}" destId="{A2ACE6B3-F4D8-4FF8-8175-C9F5EBEF104E}" srcOrd="0" destOrd="0" presId="urn:microsoft.com/office/officeart/2008/layout/LinedList"/>
    <dgm:cxn modelId="{85E2791E-83AB-490F-A41D-DC5900D2FFF4}" type="presParOf" srcId="{C9F4CB3C-2D88-493C-B30B-7ADB8044736F}" destId="{BBCC3B25-F7C4-4AE6-B2BB-F71983E01E6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95C49BD-D996-411E-B6B8-212F01FEEBFD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8F8243E-7F6F-4392-9E34-F2CD4DC15882}">
      <dgm:prSet/>
      <dgm:spPr/>
      <dgm:t>
        <a:bodyPr/>
        <a:lstStyle/>
        <a:p>
          <a:r>
            <a:rPr lang="en-US"/>
            <a:t>Games like Connect 4:</a:t>
          </a:r>
        </a:p>
      </dgm:t>
    </dgm:pt>
    <dgm:pt modelId="{7D200DCE-73BF-48E4-9FA7-5424BF064E30}" type="parTrans" cxnId="{1ED1B68D-3115-41F1-9E64-BFB69A51CEE5}">
      <dgm:prSet/>
      <dgm:spPr/>
      <dgm:t>
        <a:bodyPr/>
        <a:lstStyle/>
        <a:p>
          <a:endParaRPr lang="en-US"/>
        </a:p>
      </dgm:t>
    </dgm:pt>
    <dgm:pt modelId="{07543077-000B-4544-A92E-224E20B515CB}" type="sibTrans" cxnId="{1ED1B68D-3115-41F1-9E64-BFB69A51CEE5}">
      <dgm:prSet/>
      <dgm:spPr/>
      <dgm:t>
        <a:bodyPr/>
        <a:lstStyle/>
        <a:p>
          <a:endParaRPr lang="en-US"/>
        </a:p>
      </dgm:t>
    </dgm:pt>
    <dgm:pt modelId="{735DDAFB-16CC-4C72-98BD-9E27219C64C7}">
      <dgm:prSet/>
      <dgm:spPr/>
      <dgm:t>
        <a:bodyPr/>
        <a:lstStyle/>
        <a:p>
          <a:r>
            <a:rPr lang="en-US"/>
            <a:t>Gps route planning for large maps.</a:t>
          </a:r>
        </a:p>
      </dgm:t>
    </dgm:pt>
    <dgm:pt modelId="{CC32A25C-0F69-418F-A65C-7233825A6F48}" type="parTrans" cxnId="{88760C16-6ECB-4CD7-BEC3-D48BF874DE8D}">
      <dgm:prSet/>
      <dgm:spPr/>
      <dgm:t>
        <a:bodyPr/>
        <a:lstStyle/>
        <a:p>
          <a:endParaRPr lang="en-US"/>
        </a:p>
      </dgm:t>
    </dgm:pt>
    <dgm:pt modelId="{A538A961-2769-4DB8-B4D0-9968EE00CE66}" type="sibTrans" cxnId="{88760C16-6ECB-4CD7-BEC3-D48BF874DE8D}">
      <dgm:prSet/>
      <dgm:spPr/>
      <dgm:t>
        <a:bodyPr/>
        <a:lstStyle/>
        <a:p>
          <a:endParaRPr lang="en-US"/>
        </a:p>
      </dgm:t>
    </dgm:pt>
    <dgm:pt modelId="{3A4EC254-F5EA-43E8-8FDB-5EB0C0BF0203}">
      <dgm:prSet/>
      <dgm:spPr/>
      <dgm:t>
        <a:bodyPr/>
        <a:lstStyle/>
        <a:p>
          <a:r>
            <a:rPr lang="en-US"/>
            <a:t>Network trouble shooting.</a:t>
          </a:r>
        </a:p>
      </dgm:t>
    </dgm:pt>
    <dgm:pt modelId="{33638CD7-D894-4459-B0F5-DD2636FFBC19}" type="parTrans" cxnId="{FD882C10-9D5F-485F-93F6-4D3044A5B7DB}">
      <dgm:prSet/>
      <dgm:spPr/>
      <dgm:t>
        <a:bodyPr/>
        <a:lstStyle/>
        <a:p>
          <a:endParaRPr lang="en-US"/>
        </a:p>
      </dgm:t>
    </dgm:pt>
    <dgm:pt modelId="{DE31F193-A769-4C70-B1BF-8CA16755EAE2}" type="sibTrans" cxnId="{FD882C10-9D5F-485F-93F6-4D3044A5B7DB}">
      <dgm:prSet/>
      <dgm:spPr/>
      <dgm:t>
        <a:bodyPr/>
        <a:lstStyle/>
        <a:p>
          <a:endParaRPr lang="en-US"/>
        </a:p>
      </dgm:t>
    </dgm:pt>
    <dgm:pt modelId="{ED8BE35A-8457-4B99-8994-609231ACC13B}" type="pres">
      <dgm:prSet presAssocID="{D95C49BD-D996-411E-B6B8-212F01FEEBF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B47698C-F9F8-4646-99E4-149C227C11BD}" type="pres">
      <dgm:prSet presAssocID="{D8F8243E-7F6F-4392-9E34-F2CD4DC15882}" presName="hierRoot1" presStyleCnt="0"/>
      <dgm:spPr/>
    </dgm:pt>
    <dgm:pt modelId="{27F7F712-41AA-4F43-B02B-C2817A2219C2}" type="pres">
      <dgm:prSet presAssocID="{D8F8243E-7F6F-4392-9E34-F2CD4DC15882}" presName="composite" presStyleCnt="0"/>
      <dgm:spPr/>
    </dgm:pt>
    <dgm:pt modelId="{1A3012B8-AC04-4BF4-854E-64C9A919D7C3}" type="pres">
      <dgm:prSet presAssocID="{D8F8243E-7F6F-4392-9E34-F2CD4DC15882}" presName="background" presStyleLbl="node0" presStyleIdx="0" presStyleCnt="3"/>
      <dgm:spPr/>
    </dgm:pt>
    <dgm:pt modelId="{C5D507B0-ABE7-4EA5-8D30-4DEDDB5F5686}" type="pres">
      <dgm:prSet presAssocID="{D8F8243E-7F6F-4392-9E34-F2CD4DC15882}" presName="text" presStyleLbl="fgAcc0" presStyleIdx="0" presStyleCnt="3">
        <dgm:presLayoutVars>
          <dgm:chPref val="3"/>
        </dgm:presLayoutVars>
      </dgm:prSet>
      <dgm:spPr/>
    </dgm:pt>
    <dgm:pt modelId="{0E08C50A-66EB-4CCF-A6FF-10CF88A01FBE}" type="pres">
      <dgm:prSet presAssocID="{D8F8243E-7F6F-4392-9E34-F2CD4DC15882}" presName="hierChild2" presStyleCnt="0"/>
      <dgm:spPr/>
    </dgm:pt>
    <dgm:pt modelId="{56B14BE6-0A3B-4BBD-A6EC-41F0E547710D}" type="pres">
      <dgm:prSet presAssocID="{735DDAFB-16CC-4C72-98BD-9E27219C64C7}" presName="hierRoot1" presStyleCnt="0"/>
      <dgm:spPr/>
    </dgm:pt>
    <dgm:pt modelId="{33879E74-4AEE-4E84-8349-F0C0F288F566}" type="pres">
      <dgm:prSet presAssocID="{735DDAFB-16CC-4C72-98BD-9E27219C64C7}" presName="composite" presStyleCnt="0"/>
      <dgm:spPr/>
    </dgm:pt>
    <dgm:pt modelId="{13A4D226-F836-4EE7-A40B-DFFAFE7801AA}" type="pres">
      <dgm:prSet presAssocID="{735DDAFB-16CC-4C72-98BD-9E27219C64C7}" presName="background" presStyleLbl="node0" presStyleIdx="1" presStyleCnt="3"/>
      <dgm:spPr/>
    </dgm:pt>
    <dgm:pt modelId="{AB7D2A3C-6C27-4010-9067-E00023300A99}" type="pres">
      <dgm:prSet presAssocID="{735DDAFB-16CC-4C72-98BD-9E27219C64C7}" presName="text" presStyleLbl="fgAcc0" presStyleIdx="1" presStyleCnt="3">
        <dgm:presLayoutVars>
          <dgm:chPref val="3"/>
        </dgm:presLayoutVars>
      </dgm:prSet>
      <dgm:spPr/>
    </dgm:pt>
    <dgm:pt modelId="{36E67685-5140-4922-86C4-EC22BC2CE3B5}" type="pres">
      <dgm:prSet presAssocID="{735DDAFB-16CC-4C72-98BD-9E27219C64C7}" presName="hierChild2" presStyleCnt="0"/>
      <dgm:spPr/>
    </dgm:pt>
    <dgm:pt modelId="{D439900F-F47D-429D-BD63-1A8C773DC348}" type="pres">
      <dgm:prSet presAssocID="{3A4EC254-F5EA-43E8-8FDB-5EB0C0BF0203}" presName="hierRoot1" presStyleCnt="0"/>
      <dgm:spPr/>
    </dgm:pt>
    <dgm:pt modelId="{45E23EB0-48D1-406F-A932-71287C6ACE7E}" type="pres">
      <dgm:prSet presAssocID="{3A4EC254-F5EA-43E8-8FDB-5EB0C0BF0203}" presName="composite" presStyleCnt="0"/>
      <dgm:spPr/>
    </dgm:pt>
    <dgm:pt modelId="{C70CE109-8631-400C-9666-366A856BB5FA}" type="pres">
      <dgm:prSet presAssocID="{3A4EC254-F5EA-43E8-8FDB-5EB0C0BF0203}" presName="background" presStyleLbl="node0" presStyleIdx="2" presStyleCnt="3"/>
      <dgm:spPr/>
    </dgm:pt>
    <dgm:pt modelId="{FBFE595A-178E-4599-A5C8-3D3AD25F96D1}" type="pres">
      <dgm:prSet presAssocID="{3A4EC254-F5EA-43E8-8FDB-5EB0C0BF0203}" presName="text" presStyleLbl="fgAcc0" presStyleIdx="2" presStyleCnt="3">
        <dgm:presLayoutVars>
          <dgm:chPref val="3"/>
        </dgm:presLayoutVars>
      </dgm:prSet>
      <dgm:spPr/>
    </dgm:pt>
    <dgm:pt modelId="{F6649E69-29FD-4AE8-8187-6EDB644279C8}" type="pres">
      <dgm:prSet presAssocID="{3A4EC254-F5EA-43E8-8FDB-5EB0C0BF0203}" presName="hierChild2" presStyleCnt="0"/>
      <dgm:spPr/>
    </dgm:pt>
  </dgm:ptLst>
  <dgm:cxnLst>
    <dgm:cxn modelId="{FD882C10-9D5F-485F-93F6-4D3044A5B7DB}" srcId="{D95C49BD-D996-411E-B6B8-212F01FEEBFD}" destId="{3A4EC254-F5EA-43E8-8FDB-5EB0C0BF0203}" srcOrd="2" destOrd="0" parTransId="{33638CD7-D894-4459-B0F5-DD2636FFBC19}" sibTransId="{DE31F193-A769-4C70-B1BF-8CA16755EAE2}"/>
    <dgm:cxn modelId="{88760C16-6ECB-4CD7-BEC3-D48BF874DE8D}" srcId="{D95C49BD-D996-411E-B6B8-212F01FEEBFD}" destId="{735DDAFB-16CC-4C72-98BD-9E27219C64C7}" srcOrd="1" destOrd="0" parTransId="{CC32A25C-0F69-418F-A65C-7233825A6F48}" sibTransId="{A538A961-2769-4DB8-B4D0-9968EE00CE66}"/>
    <dgm:cxn modelId="{99047D29-C2DA-46CC-8560-A7A80A8ED312}" type="presOf" srcId="{3A4EC254-F5EA-43E8-8FDB-5EB0C0BF0203}" destId="{FBFE595A-178E-4599-A5C8-3D3AD25F96D1}" srcOrd="0" destOrd="0" presId="urn:microsoft.com/office/officeart/2005/8/layout/hierarchy1"/>
    <dgm:cxn modelId="{CE2B6457-4711-4133-9434-FF999B8B0298}" type="presOf" srcId="{D8F8243E-7F6F-4392-9E34-F2CD4DC15882}" destId="{C5D507B0-ABE7-4EA5-8D30-4DEDDB5F5686}" srcOrd="0" destOrd="0" presId="urn:microsoft.com/office/officeart/2005/8/layout/hierarchy1"/>
    <dgm:cxn modelId="{1ED1B68D-3115-41F1-9E64-BFB69A51CEE5}" srcId="{D95C49BD-D996-411E-B6B8-212F01FEEBFD}" destId="{D8F8243E-7F6F-4392-9E34-F2CD4DC15882}" srcOrd="0" destOrd="0" parTransId="{7D200DCE-73BF-48E4-9FA7-5424BF064E30}" sibTransId="{07543077-000B-4544-A92E-224E20B515CB}"/>
    <dgm:cxn modelId="{7C16F7A4-F783-41AD-A975-2FD027D575B2}" type="presOf" srcId="{735DDAFB-16CC-4C72-98BD-9E27219C64C7}" destId="{AB7D2A3C-6C27-4010-9067-E00023300A99}" srcOrd="0" destOrd="0" presId="urn:microsoft.com/office/officeart/2005/8/layout/hierarchy1"/>
    <dgm:cxn modelId="{35A25AF4-44DB-46C7-A87A-DD26B8E3E335}" type="presOf" srcId="{D95C49BD-D996-411E-B6B8-212F01FEEBFD}" destId="{ED8BE35A-8457-4B99-8994-609231ACC13B}" srcOrd="0" destOrd="0" presId="urn:microsoft.com/office/officeart/2005/8/layout/hierarchy1"/>
    <dgm:cxn modelId="{33E3467F-E5B5-4849-BAF2-E62B6105FB40}" type="presParOf" srcId="{ED8BE35A-8457-4B99-8994-609231ACC13B}" destId="{EB47698C-F9F8-4646-99E4-149C227C11BD}" srcOrd="0" destOrd="0" presId="urn:microsoft.com/office/officeart/2005/8/layout/hierarchy1"/>
    <dgm:cxn modelId="{A8C1E112-C3CD-4F82-B510-706DCF91C0E2}" type="presParOf" srcId="{EB47698C-F9F8-4646-99E4-149C227C11BD}" destId="{27F7F712-41AA-4F43-B02B-C2817A2219C2}" srcOrd="0" destOrd="0" presId="urn:microsoft.com/office/officeart/2005/8/layout/hierarchy1"/>
    <dgm:cxn modelId="{F64735FB-D4A3-4158-AD6E-8026E33C0583}" type="presParOf" srcId="{27F7F712-41AA-4F43-B02B-C2817A2219C2}" destId="{1A3012B8-AC04-4BF4-854E-64C9A919D7C3}" srcOrd="0" destOrd="0" presId="urn:microsoft.com/office/officeart/2005/8/layout/hierarchy1"/>
    <dgm:cxn modelId="{D64B3983-AFA6-439A-B854-91059D4D04E9}" type="presParOf" srcId="{27F7F712-41AA-4F43-B02B-C2817A2219C2}" destId="{C5D507B0-ABE7-4EA5-8D30-4DEDDB5F5686}" srcOrd="1" destOrd="0" presId="urn:microsoft.com/office/officeart/2005/8/layout/hierarchy1"/>
    <dgm:cxn modelId="{FEFCDFBD-5A7A-4999-90A2-90772A4515EC}" type="presParOf" srcId="{EB47698C-F9F8-4646-99E4-149C227C11BD}" destId="{0E08C50A-66EB-4CCF-A6FF-10CF88A01FBE}" srcOrd="1" destOrd="0" presId="urn:microsoft.com/office/officeart/2005/8/layout/hierarchy1"/>
    <dgm:cxn modelId="{DFF39C52-BE17-4B43-B5B2-F9BF0D9CA2A4}" type="presParOf" srcId="{ED8BE35A-8457-4B99-8994-609231ACC13B}" destId="{56B14BE6-0A3B-4BBD-A6EC-41F0E547710D}" srcOrd="1" destOrd="0" presId="urn:microsoft.com/office/officeart/2005/8/layout/hierarchy1"/>
    <dgm:cxn modelId="{787DF462-3319-47F7-A64F-6E3D69B1C866}" type="presParOf" srcId="{56B14BE6-0A3B-4BBD-A6EC-41F0E547710D}" destId="{33879E74-4AEE-4E84-8349-F0C0F288F566}" srcOrd="0" destOrd="0" presId="urn:microsoft.com/office/officeart/2005/8/layout/hierarchy1"/>
    <dgm:cxn modelId="{75E4B021-9D83-4ED9-BF19-604126B88386}" type="presParOf" srcId="{33879E74-4AEE-4E84-8349-F0C0F288F566}" destId="{13A4D226-F836-4EE7-A40B-DFFAFE7801AA}" srcOrd="0" destOrd="0" presId="urn:microsoft.com/office/officeart/2005/8/layout/hierarchy1"/>
    <dgm:cxn modelId="{311A1563-A949-4A7C-A28A-6758E03ED354}" type="presParOf" srcId="{33879E74-4AEE-4E84-8349-F0C0F288F566}" destId="{AB7D2A3C-6C27-4010-9067-E00023300A99}" srcOrd="1" destOrd="0" presId="urn:microsoft.com/office/officeart/2005/8/layout/hierarchy1"/>
    <dgm:cxn modelId="{9113BC62-6A98-4CA5-A736-981D293C168A}" type="presParOf" srcId="{56B14BE6-0A3B-4BBD-A6EC-41F0E547710D}" destId="{36E67685-5140-4922-86C4-EC22BC2CE3B5}" srcOrd="1" destOrd="0" presId="urn:microsoft.com/office/officeart/2005/8/layout/hierarchy1"/>
    <dgm:cxn modelId="{379254F1-24FD-4589-8889-EF9915B3A6B6}" type="presParOf" srcId="{ED8BE35A-8457-4B99-8994-609231ACC13B}" destId="{D439900F-F47D-429D-BD63-1A8C773DC348}" srcOrd="2" destOrd="0" presId="urn:microsoft.com/office/officeart/2005/8/layout/hierarchy1"/>
    <dgm:cxn modelId="{49FC516F-C731-43BF-8499-C920F5CED3CB}" type="presParOf" srcId="{D439900F-F47D-429D-BD63-1A8C773DC348}" destId="{45E23EB0-48D1-406F-A932-71287C6ACE7E}" srcOrd="0" destOrd="0" presId="urn:microsoft.com/office/officeart/2005/8/layout/hierarchy1"/>
    <dgm:cxn modelId="{B0BA5695-9D00-4B8B-94CE-ED2D89010A38}" type="presParOf" srcId="{45E23EB0-48D1-406F-A932-71287C6ACE7E}" destId="{C70CE109-8631-400C-9666-366A856BB5FA}" srcOrd="0" destOrd="0" presId="urn:microsoft.com/office/officeart/2005/8/layout/hierarchy1"/>
    <dgm:cxn modelId="{03B84FAF-6AED-443F-8606-ED85BEFFE5DA}" type="presParOf" srcId="{45E23EB0-48D1-406F-A932-71287C6ACE7E}" destId="{FBFE595A-178E-4599-A5C8-3D3AD25F96D1}" srcOrd="1" destOrd="0" presId="urn:microsoft.com/office/officeart/2005/8/layout/hierarchy1"/>
    <dgm:cxn modelId="{1A019EB9-F833-49B8-B68C-B966040D1FAF}" type="presParOf" srcId="{D439900F-F47D-429D-BD63-1A8C773DC348}" destId="{F6649E69-29FD-4AE8-8187-6EDB644279C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022D371-CCD6-4E96-A633-7D9EF326FD7B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9A7FA215-C09E-4329-8D4B-8F1B380AAF7F}">
      <dgm:prSet/>
      <dgm:spPr/>
      <dgm:t>
        <a:bodyPr/>
        <a:lstStyle/>
        <a:p>
          <a:pPr>
            <a:defRPr cap="all"/>
          </a:pPr>
          <a:r>
            <a:rPr lang="en-US"/>
            <a:t>IDDFS:</a:t>
          </a:r>
        </a:p>
      </dgm:t>
    </dgm:pt>
    <dgm:pt modelId="{69DB913F-EFDE-4EA5-BC8B-E9D9BC7420A5}" type="parTrans" cxnId="{9E8D4F76-647A-46DC-B992-B4454FF665C7}">
      <dgm:prSet/>
      <dgm:spPr/>
      <dgm:t>
        <a:bodyPr/>
        <a:lstStyle/>
        <a:p>
          <a:endParaRPr lang="en-US"/>
        </a:p>
      </dgm:t>
    </dgm:pt>
    <dgm:pt modelId="{08C61CE7-30B5-41A4-BCF9-74A680374C1B}" type="sibTrans" cxnId="{9E8D4F76-647A-46DC-B992-B4454FF665C7}">
      <dgm:prSet/>
      <dgm:spPr/>
      <dgm:t>
        <a:bodyPr/>
        <a:lstStyle/>
        <a:p>
          <a:endParaRPr lang="en-US"/>
        </a:p>
      </dgm:t>
    </dgm:pt>
    <dgm:pt modelId="{5E2F8842-CE5C-4E45-874F-A1B5E70A4236}">
      <dgm:prSet/>
      <dgm:spPr/>
      <dgm:t>
        <a:bodyPr/>
        <a:lstStyle/>
        <a:p>
          <a:pPr>
            <a:defRPr cap="all"/>
          </a:pPr>
          <a:r>
            <a:rPr lang="en-US"/>
            <a:t>• Combines DFS and BFS</a:t>
          </a:r>
        </a:p>
      </dgm:t>
    </dgm:pt>
    <dgm:pt modelId="{B84D0901-D048-489A-8F73-9241524CD196}" type="parTrans" cxnId="{84907947-A30C-4C0C-A676-68FB36681A72}">
      <dgm:prSet/>
      <dgm:spPr/>
      <dgm:t>
        <a:bodyPr/>
        <a:lstStyle/>
        <a:p>
          <a:endParaRPr lang="en-US"/>
        </a:p>
      </dgm:t>
    </dgm:pt>
    <dgm:pt modelId="{B1DDCFEC-608D-4E7F-8A5C-39C1E00EAD4C}" type="sibTrans" cxnId="{84907947-A30C-4C0C-A676-68FB36681A72}">
      <dgm:prSet/>
      <dgm:spPr/>
      <dgm:t>
        <a:bodyPr/>
        <a:lstStyle/>
        <a:p>
          <a:endParaRPr lang="en-US"/>
        </a:p>
      </dgm:t>
    </dgm:pt>
    <dgm:pt modelId="{270EA20E-3704-47A3-9A91-29C176F3F875}">
      <dgm:prSet/>
      <dgm:spPr/>
      <dgm:t>
        <a:bodyPr/>
        <a:lstStyle/>
        <a:p>
          <a:pPr>
            <a:defRPr cap="all"/>
          </a:pPr>
          <a:r>
            <a:rPr lang="en-US"/>
            <a:t>• Uses low memory</a:t>
          </a:r>
        </a:p>
      </dgm:t>
    </dgm:pt>
    <dgm:pt modelId="{381E456D-2287-4721-8E7B-8953BD70C2E8}" type="parTrans" cxnId="{0B456BBE-2CDF-45E1-9ACA-F099C11ECC2B}">
      <dgm:prSet/>
      <dgm:spPr/>
      <dgm:t>
        <a:bodyPr/>
        <a:lstStyle/>
        <a:p>
          <a:endParaRPr lang="en-US"/>
        </a:p>
      </dgm:t>
    </dgm:pt>
    <dgm:pt modelId="{FA8CCC06-41A1-40CD-A456-718AA5F1BDFB}" type="sibTrans" cxnId="{0B456BBE-2CDF-45E1-9ACA-F099C11ECC2B}">
      <dgm:prSet/>
      <dgm:spPr/>
      <dgm:t>
        <a:bodyPr/>
        <a:lstStyle/>
        <a:p>
          <a:endParaRPr lang="en-US"/>
        </a:p>
      </dgm:t>
    </dgm:pt>
    <dgm:pt modelId="{2B5775B3-E9BE-42AA-AF14-58462CDFC22C}">
      <dgm:prSet/>
      <dgm:spPr/>
      <dgm:t>
        <a:bodyPr/>
        <a:lstStyle/>
        <a:p>
          <a:pPr>
            <a:defRPr cap="all"/>
          </a:pPr>
          <a:r>
            <a:rPr lang="en-US"/>
            <a:t>• Finds shortest solution</a:t>
          </a:r>
        </a:p>
      </dgm:t>
    </dgm:pt>
    <dgm:pt modelId="{E2BA501D-A9EC-4569-A447-5F3503CD52B4}" type="parTrans" cxnId="{CEE7BC6B-1B2C-440C-84B4-5FC96A66BD02}">
      <dgm:prSet/>
      <dgm:spPr/>
      <dgm:t>
        <a:bodyPr/>
        <a:lstStyle/>
        <a:p>
          <a:endParaRPr lang="en-US"/>
        </a:p>
      </dgm:t>
    </dgm:pt>
    <dgm:pt modelId="{10DF6FF1-DA91-439C-B2BB-E62634448D1A}" type="sibTrans" cxnId="{CEE7BC6B-1B2C-440C-84B4-5FC96A66BD02}">
      <dgm:prSet/>
      <dgm:spPr/>
      <dgm:t>
        <a:bodyPr/>
        <a:lstStyle/>
        <a:p>
          <a:endParaRPr lang="en-US"/>
        </a:p>
      </dgm:t>
    </dgm:pt>
    <dgm:pt modelId="{C7A71584-8BBB-4A26-AA1D-FDA50196547E}">
      <dgm:prSet/>
      <dgm:spPr/>
      <dgm:t>
        <a:bodyPr/>
        <a:lstStyle/>
        <a:p>
          <a:pPr>
            <a:defRPr cap="all"/>
          </a:pPr>
          <a:r>
            <a:rPr lang="en-US"/>
            <a:t>• Ideal when depth is unknown</a:t>
          </a:r>
        </a:p>
      </dgm:t>
    </dgm:pt>
    <dgm:pt modelId="{0F226126-C624-4D0A-93A3-897859DF2567}" type="parTrans" cxnId="{3AA81892-E0A6-4ED2-B8D6-03824CE6422C}">
      <dgm:prSet/>
      <dgm:spPr/>
      <dgm:t>
        <a:bodyPr/>
        <a:lstStyle/>
        <a:p>
          <a:endParaRPr lang="en-US"/>
        </a:p>
      </dgm:t>
    </dgm:pt>
    <dgm:pt modelId="{F7B3D06E-462D-4391-BBA3-A420634D61F2}" type="sibTrans" cxnId="{3AA81892-E0A6-4ED2-B8D6-03824CE6422C}">
      <dgm:prSet/>
      <dgm:spPr/>
      <dgm:t>
        <a:bodyPr/>
        <a:lstStyle/>
        <a:p>
          <a:endParaRPr lang="en-US"/>
        </a:p>
      </dgm:t>
    </dgm:pt>
    <dgm:pt modelId="{203D338E-70AE-4E12-BB7F-A72F70C41846}" type="pres">
      <dgm:prSet presAssocID="{3022D371-CCD6-4E96-A633-7D9EF326FD7B}" presName="root" presStyleCnt="0">
        <dgm:presLayoutVars>
          <dgm:dir/>
          <dgm:resizeHandles val="exact"/>
        </dgm:presLayoutVars>
      </dgm:prSet>
      <dgm:spPr/>
    </dgm:pt>
    <dgm:pt modelId="{ACBB8629-3251-405B-B96D-22F404DDB9CD}" type="pres">
      <dgm:prSet presAssocID="{9A7FA215-C09E-4329-8D4B-8F1B380AAF7F}" presName="compNode" presStyleCnt="0"/>
      <dgm:spPr/>
    </dgm:pt>
    <dgm:pt modelId="{50CCDFE4-BF87-4F0C-921F-59647016A6E6}" type="pres">
      <dgm:prSet presAssocID="{9A7FA215-C09E-4329-8D4B-8F1B380AAF7F}" presName="iconBgRect" presStyleLbl="bgShp" presStyleIdx="0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7440D2E6-40EA-47C2-860F-416AFBF985ED}" type="pres">
      <dgm:prSet presAssocID="{9A7FA215-C09E-4329-8D4B-8F1B380AAF7F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lloons"/>
        </a:ext>
      </dgm:extLst>
    </dgm:pt>
    <dgm:pt modelId="{FB4614CF-3404-4126-B3CC-E5FC4033F77E}" type="pres">
      <dgm:prSet presAssocID="{9A7FA215-C09E-4329-8D4B-8F1B380AAF7F}" presName="spaceRect" presStyleCnt="0"/>
      <dgm:spPr/>
    </dgm:pt>
    <dgm:pt modelId="{E229B27A-6C89-4A64-85E5-11B3177D804E}" type="pres">
      <dgm:prSet presAssocID="{9A7FA215-C09E-4329-8D4B-8F1B380AAF7F}" presName="textRect" presStyleLbl="revTx" presStyleIdx="0" presStyleCnt="5">
        <dgm:presLayoutVars>
          <dgm:chMax val="1"/>
          <dgm:chPref val="1"/>
        </dgm:presLayoutVars>
      </dgm:prSet>
      <dgm:spPr/>
    </dgm:pt>
    <dgm:pt modelId="{E25E6ACD-C288-4357-A6E3-CD457E8AC782}" type="pres">
      <dgm:prSet presAssocID="{08C61CE7-30B5-41A4-BCF9-74A680374C1B}" presName="sibTrans" presStyleCnt="0"/>
      <dgm:spPr/>
    </dgm:pt>
    <dgm:pt modelId="{14D3E2D6-5CC8-4386-8E83-83C00CBAC99F}" type="pres">
      <dgm:prSet presAssocID="{5E2F8842-CE5C-4E45-874F-A1B5E70A4236}" presName="compNode" presStyleCnt="0"/>
      <dgm:spPr/>
    </dgm:pt>
    <dgm:pt modelId="{1A3387E7-D8B7-41C7-8E63-2034EFD45326}" type="pres">
      <dgm:prSet presAssocID="{5E2F8842-CE5C-4E45-874F-A1B5E70A4236}" presName="iconBgRect" presStyleLbl="bgShp" presStyleIdx="1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1F643C73-8F96-45CC-AFD8-716D2D04E730}" type="pres">
      <dgm:prSet presAssocID="{5E2F8842-CE5C-4E45-874F-A1B5E70A4236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rtune Cookie"/>
        </a:ext>
      </dgm:extLst>
    </dgm:pt>
    <dgm:pt modelId="{B11AAB60-537F-46E2-86AF-C2EF7EEC8427}" type="pres">
      <dgm:prSet presAssocID="{5E2F8842-CE5C-4E45-874F-A1B5E70A4236}" presName="spaceRect" presStyleCnt="0"/>
      <dgm:spPr/>
    </dgm:pt>
    <dgm:pt modelId="{5D7BF0E5-80A8-4544-AA85-52945450B6DC}" type="pres">
      <dgm:prSet presAssocID="{5E2F8842-CE5C-4E45-874F-A1B5E70A4236}" presName="textRect" presStyleLbl="revTx" presStyleIdx="1" presStyleCnt="5">
        <dgm:presLayoutVars>
          <dgm:chMax val="1"/>
          <dgm:chPref val="1"/>
        </dgm:presLayoutVars>
      </dgm:prSet>
      <dgm:spPr/>
    </dgm:pt>
    <dgm:pt modelId="{DDAA9C56-BFF6-49F7-9356-27AB293B00E8}" type="pres">
      <dgm:prSet presAssocID="{B1DDCFEC-608D-4E7F-8A5C-39C1E00EAD4C}" presName="sibTrans" presStyleCnt="0"/>
      <dgm:spPr/>
    </dgm:pt>
    <dgm:pt modelId="{1EA7FD98-FFCC-494F-8C04-D2EE8BD57289}" type="pres">
      <dgm:prSet presAssocID="{270EA20E-3704-47A3-9A91-29C176F3F875}" presName="compNode" presStyleCnt="0"/>
      <dgm:spPr/>
    </dgm:pt>
    <dgm:pt modelId="{FE257F56-41E8-4836-8991-F868D38AC4A2}" type="pres">
      <dgm:prSet presAssocID="{270EA20E-3704-47A3-9A91-29C176F3F875}" presName="iconBgRect" presStyleLbl="bgShp" presStyleIdx="2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CC86BB62-8588-4E88-86FC-10F20D8F7B50}" type="pres">
      <dgm:prSet presAssocID="{270EA20E-3704-47A3-9A91-29C176F3F875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n"/>
        </a:ext>
      </dgm:extLst>
    </dgm:pt>
    <dgm:pt modelId="{FD8522CE-183C-4E56-85B1-ACF7A8614502}" type="pres">
      <dgm:prSet presAssocID="{270EA20E-3704-47A3-9A91-29C176F3F875}" presName="spaceRect" presStyleCnt="0"/>
      <dgm:spPr/>
    </dgm:pt>
    <dgm:pt modelId="{8662588A-933F-4B69-B6CB-DE8A14E04816}" type="pres">
      <dgm:prSet presAssocID="{270EA20E-3704-47A3-9A91-29C176F3F875}" presName="textRect" presStyleLbl="revTx" presStyleIdx="2" presStyleCnt="5">
        <dgm:presLayoutVars>
          <dgm:chMax val="1"/>
          <dgm:chPref val="1"/>
        </dgm:presLayoutVars>
      </dgm:prSet>
      <dgm:spPr/>
    </dgm:pt>
    <dgm:pt modelId="{2076ADC9-3B03-4759-9F4A-25359EDF8362}" type="pres">
      <dgm:prSet presAssocID="{FA8CCC06-41A1-40CD-A456-718AA5F1BDFB}" presName="sibTrans" presStyleCnt="0"/>
      <dgm:spPr/>
    </dgm:pt>
    <dgm:pt modelId="{E90D0D91-B3D4-422A-B87F-5E03781A1C00}" type="pres">
      <dgm:prSet presAssocID="{2B5775B3-E9BE-42AA-AF14-58462CDFC22C}" presName="compNode" presStyleCnt="0"/>
      <dgm:spPr/>
    </dgm:pt>
    <dgm:pt modelId="{C86C400F-4874-4BE6-B5C6-4FA532B86D12}" type="pres">
      <dgm:prSet presAssocID="{2B5775B3-E9BE-42AA-AF14-58462CDFC22C}" presName="iconBgRect" presStyleLbl="bgShp" presStyleIdx="3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A4523067-A452-4087-82F7-1372DC9D2F2D}" type="pres">
      <dgm:prSet presAssocID="{2B5775B3-E9BE-42AA-AF14-58462CDFC22C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4D7C3BEB-2F6C-4B4E-9A5F-3BCB400B66CA}" type="pres">
      <dgm:prSet presAssocID="{2B5775B3-E9BE-42AA-AF14-58462CDFC22C}" presName="spaceRect" presStyleCnt="0"/>
      <dgm:spPr/>
    </dgm:pt>
    <dgm:pt modelId="{1CD0D5C9-EC4A-4E0C-AF6F-EE2637F71F88}" type="pres">
      <dgm:prSet presAssocID="{2B5775B3-E9BE-42AA-AF14-58462CDFC22C}" presName="textRect" presStyleLbl="revTx" presStyleIdx="3" presStyleCnt="5">
        <dgm:presLayoutVars>
          <dgm:chMax val="1"/>
          <dgm:chPref val="1"/>
        </dgm:presLayoutVars>
      </dgm:prSet>
      <dgm:spPr/>
    </dgm:pt>
    <dgm:pt modelId="{2A16DFDD-DACB-4755-B979-B306EDD01F14}" type="pres">
      <dgm:prSet presAssocID="{10DF6FF1-DA91-439C-B2BB-E62634448D1A}" presName="sibTrans" presStyleCnt="0"/>
      <dgm:spPr/>
    </dgm:pt>
    <dgm:pt modelId="{8EAE70EF-1957-4226-B231-51AA4F327A6C}" type="pres">
      <dgm:prSet presAssocID="{C7A71584-8BBB-4A26-AA1D-FDA50196547E}" presName="compNode" presStyleCnt="0"/>
      <dgm:spPr/>
    </dgm:pt>
    <dgm:pt modelId="{DA8AD29A-EC1F-4AC9-800B-A84A5E4F39C7}" type="pres">
      <dgm:prSet presAssocID="{C7A71584-8BBB-4A26-AA1D-FDA50196547E}" presName="iconBgRect" presStyleLbl="bgShp" presStyleIdx="4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188FC5B2-A0C4-4ECD-9635-4F42DCBCB88A}" type="pres">
      <dgm:prSet presAssocID="{C7A71584-8BBB-4A26-AA1D-FDA50196547E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1276BE03-FD46-4D9C-8359-FBD6BC8E25AC}" type="pres">
      <dgm:prSet presAssocID="{C7A71584-8BBB-4A26-AA1D-FDA50196547E}" presName="spaceRect" presStyleCnt="0"/>
      <dgm:spPr/>
    </dgm:pt>
    <dgm:pt modelId="{97136F4C-D3D3-4014-8EDF-135BA61107D0}" type="pres">
      <dgm:prSet presAssocID="{C7A71584-8BBB-4A26-AA1D-FDA50196547E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CD876F3B-7825-44D9-8F39-9A9A1D39E6AE}" type="presOf" srcId="{3022D371-CCD6-4E96-A633-7D9EF326FD7B}" destId="{203D338E-70AE-4E12-BB7F-A72F70C41846}" srcOrd="0" destOrd="0" presId="urn:microsoft.com/office/officeart/2018/5/layout/IconLeafLabelList"/>
    <dgm:cxn modelId="{84907947-A30C-4C0C-A676-68FB36681A72}" srcId="{3022D371-CCD6-4E96-A633-7D9EF326FD7B}" destId="{5E2F8842-CE5C-4E45-874F-A1B5E70A4236}" srcOrd="1" destOrd="0" parTransId="{B84D0901-D048-489A-8F73-9241524CD196}" sibTransId="{B1DDCFEC-608D-4E7F-8A5C-39C1E00EAD4C}"/>
    <dgm:cxn modelId="{CEE7BC6B-1B2C-440C-84B4-5FC96A66BD02}" srcId="{3022D371-CCD6-4E96-A633-7D9EF326FD7B}" destId="{2B5775B3-E9BE-42AA-AF14-58462CDFC22C}" srcOrd="3" destOrd="0" parTransId="{E2BA501D-A9EC-4569-A447-5F3503CD52B4}" sibTransId="{10DF6FF1-DA91-439C-B2BB-E62634448D1A}"/>
    <dgm:cxn modelId="{C5A4E84B-01F1-4B63-BE86-6B5FDA20E3C3}" type="presOf" srcId="{270EA20E-3704-47A3-9A91-29C176F3F875}" destId="{8662588A-933F-4B69-B6CB-DE8A14E04816}" srcOrd="0" destOrd="0" presId="urn:microsoft.com/office/officeart/2018/5/layout/IconLeafLabelList"/>
    <dgm:cxn modelId="{64C7A64E-F28F-4BA6-AE82-FAC90CB2DE48}" type="presOf" srcId="{9A7FA215-C09E-4329-8D4B-8F1B380AAF7F}" destId="{E229B27A-6C89-4A64-85E5-11B3177D804E}" srcOrd="0" destOrd="0" presId="urn:microsoft.com/office/officeart/2018/5/layout/IconLeafLabelList"/>
    <dgm:cxn modelId="{9E8D4F76-647A-46DC-B992-B4454FF665C7}" srcId="{3022D371-CCD6-4E96-A633-7D9EF326FD7B}" destId="{9A7FA215-C09E-4329-8D4B-8F1B380AAF7F}" srcOrd="0" destOrd="0" parTransId="{69DB913F-EFDE-4EA5-BC8B-E9D9BC7420A5}" sibTransId="{08C61CE7-30B5-41A4-BCF9-74A680374C1B}"/>
    <dgm:cxn modelId="{3AA81892-E0A6-4ED2-B8D6-03824CE6422C}" srcId="{3022D371-CCD6-4E96-A633-7D9EF326FD7B}" destId="{C7A71584-8BBB-4A26-AA1D-FDA50196547E}" srcOrd="4" destOrd="0" parTransId="{0F226126-C624-4D0A-93A3-897859DF2567}" sibTransId="{F7B3D06E-462D-4391-BBA3-A420634D61F2}"/>
    <dgm:cxn modelId="{0B2A02AB-BD19-4B2D-82B5-A02EC950AE51}" type="presOf" srcId="{C7A71584-8BBB-4A26-AA1D-FDA50196547E}" destId="{97136F4C-D3D3-4014-8EDF-135BA61107D0}" srcOrd="0" destOrd="0" presId="urn:microsoft.com/office/officeart/2018/5/layout/IconLeafLabelList"/>
    <dgm:cxn modelId="{A5467CB9-DF92-45A8-92D5-E746CA475EE0}" type="presOf" srcId="{5E2F8842-CE5C-4E45-874F-A1B5E70A4236}" destId="{5D7BF0E5-80A8-4544-AA85-52945450B6DC}" srcOrd="0" destOrd="0" presId="urn:microsoft.com/office/officeart/2018/5/layout/IconLeafLabelList"/>
    <dgm:cxn modelId="{0B456BBE-2CDF-45E1-9ACA-F099C11ECC2B}" srcId="{3022D371-CCD6-4E96-A633-7D9EF326FD7B}" destId="{270EA20E-3704-47A3-9A91-29C176F3F875}" srcOrd="2" destOrd="0" parTransId="{381E456D-2287-4721-8E7B-8953BD70C2E8}" sibTransId="{FA8CCC06-41A1-40CD-A456-718AA5F1BDFB}"/>
    <dgm:cxn modelId="{087CC8CA-8F5D-4DD6-B41F-704A72C86881}" type="presOf" srcId="{2B5775B3-E9BE-42AA-AF14-58462CDFC22C}" destId="{1CD0D5C9-EC4A-4E0C-AF6F-EE2637F71F88}" srcOrd="0" destOrd="0" presId="urn:microsoft.com/office/officeart/2018/5/layout/IconLeafLabelList"/>
    <dgm:cxn modelId="{6E8B7CAE-1640-4448-BDAF-EA4847E9D331}" type="presParOf" srcId="{203D338E-70AE-4E12-BB7F-A72F70C41846}" destId="{ACBB8629-3251-405B-B96D-22F404DDB9CD}" srcOrd="0" destOrd="0" presId="urn:microsoft.com/office/officeart/2018/5/layout/IconLeafLabelList"/>
    <dgm:cxn modelId="{B6BA48FE-354E-4B00-88C2-30A5CB0D383C}" type="presParOf" srcId="{ACBB8629-3251-405B-B96D-22F404DDB9CD}" destId="{50CCDFE4-BF87-4F0C-921F-59647016A6E6}" srcOrd="0" destOrd="0" presId="urn:microsoft.com/office/officeart/2018/5/layout/IconLeafLabelList"/>
    <dgm:cxn modelId="{50D09F41-9346-4B16-9B5A-02A6B7120722}" type="presParOf" srcId="{ACBB8629-3251-405B-B96D-22F404DDB9CD}" destId="{7440D2E6-40EA-47C2-860F-416AFBF985ED}" srcOrd="1" destOrd="0" presId="urn:microsoft.com/office/officeart/2018/5/layout/IconLeafLabelList"/>
    <dgm:cxn modelId="{2717EC5A-9DE9-4B83-B0CF-86FCB0ABBBD4}" type="presParOf" srcId="{ACBB8629-3251-405B-B96D-22F404DDB9CD}" destId="{FB4614CF-3404-4126-B3CC-E5FC4033F77E}" srcOrd="2" destOrd="0" presId="urn:microsoft.com/office/officeart/2018/5/layout/IconLeafLabelList"/>
    <dgm:cxn modelId="{41B2AF4F-D512-429A-94D1-74AB46427E53}" type="presParOf" srcId="{ACBB8629-3251-405B-B96D-22F404DDB9CD}" destId="{E229B27A-6C89-4A64-85E5-11B3177D804E}" srcOrd="3" destOrd="0" presId="urn:microsoft.com/office/officeart/2018/5/layout/IconLeafLabelList"/>
    <dgm:cxn modelId="{670622F5-5D3B-4299-A816-916326AED638}" type="presParOf" srcId="{203D338E-70AE-4E12-BB7F-A72F70C41846}" destId="{E25E6ACD-C288-4357-A6E3-CD457E8AC782}" srcOrd="1" destOrd="0" presId="urn:microsoft.com/office/officeart/2018/5/layout/IconLeafLabelList"/>
    <dgm:cxn modelId="{48BAD759-6141-46B0-8304-8578B595AAF0}" type="presParOf" srcId="{203D338E-70AE-4E12-BB7F-A72F70C41846}" destId="{14D3E2D6-5CC8-4386-8E83-83C00CBAC99F}" srcOrd="2" destOrd="0" presId="urn:microsoft.com/office/officeart/2018/5/layout/IconLeafLabelList"/>
    <dgm:cxn modelId="{8193C986-0CBA-4F87-8D1A-3F290A281DFD}" type="presParOf" srcId="{14D3E2D6-5CC8-4386-8E83-83C00CBAC99F}" destId="{1A3387E7-D8B7-41C7-8E63-2034EFD45326}" srcOrd="0" destOrd="0" presId="urn:microsoft.com/office/officeart/2018/5/layout/IconLeafLabelList"/>
    <dgm:cxn modelId="{D8AE32E6-8940-4D99-ABA4-CFC679CCFCF3}" type="presParOf" srcId="{14D3E2D6-5CC8-4386-8E83-83C00CBAC99F}" destId="{1F643C73-8F96-45CC-AFD8-716D2D04E730}" srcOrd="1" destOrd="0" presId="urn:microsoft.com/office/officeart/2018/5/layout/IconLeafLabelList"/>
    <dgm:cxn modelId="{9CEE944A-6060-4C86-8D04-DA973A4A2AE2}" type="presParOf" srcId="{14D3E2D6-5CC8-4386-8E83-83C00CBAC99F}" destId="{B11AAB60-537F-46E2-86AF-C2EF7EEC8427}" srcOrd="2" destOrd="0" presId="urn:microsoft.com/office/officeart/2018/5/layout/IconLeafLabelList"/>
    <dgm:cxn modelId="{0F36309C-5D7D-4F82-82B5-569E365AA505}" type="presParOf" srcId="{14D3E2D6-5CC8-4386-8E83-83C00CBAC99F}" destId="{5D7BF0E5-80A8-4544-AA85-52945450B6DC}" srcOrd="3" destOrd="0" presId="urn:microsoft.com/office/officeart/2018/5/layout/IconLeafLabelList"/>
    <dgm:cxn modelId="{3458F815-2E7E-44DB-9CFC-19E52E94E7AA}" type="presParOf" srcId="{203D338E-70AE-4E12-BB7F-A72F70C41846}" destId="{DDAA9C56-BFF6-49F7-9356-27AB293B00E8}" srcOrd="3" destOrd="0" presId="urn:microsoft.com/office/officeart/2018/5/layout/IconLeafLabelList"/>
    <dgm:cxn modelId="{22AE1D26-696D-4992-94C2-A7B35E63D7D9}" type="presParOf" srcId="{203D338E-70AE-4E12-BB7F-A72F70C41846}" destId="{1EA7FD98-FFCC-494F-8C04-D2EE8BD57289}" srcOrd="4" destOrd="0" presId="urn:microsoft.com/office/officeart/2018/5/layout/IconLeafLabelList"/>
    <dgm:cxn modelId="{A17D48B9-B17C-4553-AA5E-7E1113C0BCEC}" type="presParOf" srcId="{1EA7FD98-FFCC-494F-8C04-D2EE8BD57289}" destId="{FE257F56-41E8-4836-8991-F868D38AC4A2}" srcOrd="0" destOrd="0" presId="urn:microsoft.com/office/officeart/2018/5/layout/IconLeafLabelList"/>
    <dgm:cxn modelId="{39E48D83-1977-42A1-AC6C-0313B6BBFAE0}" type="presParOf" srcId="{1EA7FD98-FFCC-494F-8C04-D2EE8BD57289}" destId="{CC86BB62-8588-4E88-86FC-10F20D8F7B50}" srcOrd="1" destOrd="0" presId="urn:microsoft.com/office/officeart/2018/5/layout/IconLeafLabelList"/>
    <dgm:cxn modelId="{C1B0D408-23EE-4472-9937-4BF988973E6E}" type="presParOf" srcId="{1EA7FD98-FFCC-494F-8C04-D2EE8BD57289}" destId="{FD8522CE-183C-4E56-85B1-ACF7A8614502}" srcOrd="2" destOrd="0" presId="urn:microsoft.com/office/officeart/2018/5/layout/IconLeafLabelList"/>
    <dgm:cxn modelId="{15491D27-1486-44A9-91C4-EAF5EF507F1E}" type="presParOf" srcId="{1EA7FD98-FFCC-494F-8C04-D2EE8BD57289}" destId="{8662588A-933F-4B69-B6CB-DE8A14E04816}" srcOrd="3" destOrd="0" presId="urn:microsoft.com/office/officeart/2018/5/layout/IconLeafLabelList"/>
    <dgm:cxn modelId="{E71AD34E-3782-4F21-90F7-88D7CB8FA489}" type="presParOf" srcId="{203D338E-70AE-4E12-BB7F-A72F70C41846}" destId="{2076ADC9-3B03-4759-9F4A-25359EDF8362}" srcOrd="5" destOrd="0" presId="urn:microsoft.com/office/officeart/2018/5/layout/IconLeafLabelList"/>
    <dgm:cxn modelId="{34DE900B-5B70-4C85-9384-03847C57010C}" type="presParOf" srcId="{203D338E-70AE-4E12-BB7F-A72F70C41846}" destId="{E90D0D91-B3D4-422A-B87F-5E03781A1C00}" srcOrd="6" destOrd="0" presId="urn:microsoft.com/office/officeart/2018/5/layout/IconLeafLabelList"/>
    <dgm:cxn modelId="{C1318360-05DD-4D20-9E05-756EB137F094}" type="presParOf" srcId="{E90D0D91-B3D4-422A-B87F-5E03781A1C00}" destId="{C86C400F-4874-4BE6-B5C6-4FA532B86D12}" srcOrd="0" destOrd="0" presId="urn:microsoft.com/office/officeart/2018/5/layout/IconLeafLabelList"/>
    <dgm:cxn modelId="{50265762-517E-420F-A0B0-B24F11E9DCB5}" type="presParOf" srcId="{E90D0D91-B3D4-422A-B87F-5E03781A1C00}" destId="{A4523067-A452-4087-82F7-1372DC9D2F2D}" srcOrd="1" destOrd="0" presId="urn:microsoft.com/office/officeart/2018/5/layout/IconLeafLabelList"/>
    <dgm:cxn modelId="{6830DD86-2E1E-4065-8EAC-0B3881ADAB8E}" type="presParOf" srcId="{E90D0D91-B3D4-422A-B87F-5E03781A1C00}" destId="{4D7C3BEB-2F6C-4B4E-9A5F-3BCB400B66CA}" srcOrd="2" destOrd="0" presId="urn:microsoft.com/office/officeart/2018/5/layout/IconLeafLabelList"/>
    <dgm:cxn modelId="{D907223D-3D74-4EBB-A669-252145C72A89}" type="presParOf" srcId="{E90D0D91-B3D4-422A-B87F-5E03781A1C00}" destId="{1CD0D5C9-EC4A-4E0C-AF6F-EE2637F71F88}" srcOrd="3" destOrd="0" presId="urn:microsoft.com/office/officeart/2018/5/layout/IconLeafLabelList"/>
    <dgm:cxn modelId="{C7D5A54B-06FB-4AE6-81D6-5E563A7D2100}" type="presParOf" srcId="{203D338E-70AE-4E12-BB7F-A72F70C41846}" destId="{2A16DFDD-DACB-4755-B979-B306EDD01F14}" srcOrd="7" destOrd="0" presId="urn:microsoft.com/office/officeart/2018/5/layout/IconLeafLabelList"/>
    <dgm:cxn modelId="{35FBBC68-5A0D-4312-921A-784215749A32}" type="presParOf" srcId="{203D338E-70AE-4E12-BB7F-A72F70C41846}" destId="{8EAE70EF-1957-4226-B231-51AA4F327A6C}" srcOrd="8" destOrd="0" presId="urn:microsoft.com/office/officeart/2018/5/layout/IconLeafLabelList"/>
    <dgm:cxn modelId="{B38B39AF-ADB5-49D9-9642-6CB3C239A8A5}" type="presParOf" srcId="{8EAE70EF-1957-4226-B231-51AA4F327A6C}" destId="{DA8AD29A-EC1F-4AC9-800B-A84A5E4F39C7}" srcOrd="0" destOrd="0" presId="urn:microsoft.com/office/officeart/2018/5/layout/IconLeafLabelList"/>
    <dgm:cxn modelId="{9BD69C64-36A0-491F-AEE6-D27E40CBCE6D}" type="presParOf" srcId="{8EAE70EF-1957-4226-B231-51AA4F327A6C}" destId="{188FC5B2-A0C4-4ECD-9635-4F42DCBCB88A}" srcOrd="1" destOrd="0" presId="urn:microsoft.com/office/officeart/2018/5/layout/IconLeafLabelList"/>
    <dgm:cxn modelId="{9ECDC17C-2E31-46EA-86CE-1ACBB44ACDA9}" type="presParOf" srcId="{8EAE70EF-1957-4226-B231-51AA4F327A6C}" destId="{1276BE03-FD46-4D9C-8359-FBD6BC8E25AC}" srcOrd="2" destOrd="0" presId="urn:microsoft.com/office/officeart/2018/5/layout/IconLeafLabelList"/>
    <dgm:cxn modelId="{9351AE9C-56CA-4D8E-B90A-2A0A6B6C6A73}" type="presParOf" srcId="{8EAE70EF-1957-4226-B231-51AA4F327A6C}" destId="{97136F4C-D3D3-4014-8EDF-135BA61107D0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35D980-56D9-4250-95AD-3D7E86BC40D3}">
      <dsp:nvSpPr>
        <dsp:cNvPr id="0" name=""/>
        <dsp:cNvSpPr/>
      </dsp:nvSpPr>
      <dsp:spPr>
        <a:xfrm>
          <a:off x="0" y="721669"/>
          <a:ext cx="5000124" cy="76985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IDDFS is a search algorithm that uses depth-first search with a depth limit. The search is repeated with increasing depth limits until the shallowest solution is found using low memory.</a:t>
          </a:r>
        </a:p>
      </dsp:txBody>
      <dsp:txXfrm>
        <a:off x="37581" y="759250"/>
        <a:ext cx="4924962" cy="694697"/>
      </dsp:txXfrm>
    </dsp:sp>
    <dsp:sp modelId="{AFC510FE-4019-4D9E-B427-D5C9693671F3}">
      <dsp:nvSpPr>
        <dsp:cNvPr id="0" name=""/>
        <dsp:cNvSpPr/>
      </dsp:nvSpPr>
      <dsp:spPr>
        <a:xfrm>
          <a:off x="0" y="1531849"/>
          <a:ext cx="5000124" cy="769859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IDDFS is a search algorithm that combines the advantages of DFS and BFS.</a:t>
          </a:r>
        </a:p>
      </dsp:txBody>
      <dsp:txXfrm>
        <a:off x="37581" y="1569430"/>
        <a:ext cx="4924962" cy="694697"/>
      </dsp:txXfrm>
    </dsp:sp>
    <dsp:sp modelId="{1339D6C3-1E68-4E1F-B523-77E15E7D0B02}">
      <dsp:nvSpPr>
        <dsp:cNvPr id="0" name=""/>
        <dsp:cNvSpPr/>
      </dsp:nvSpPr>
      <dsp:spPr>
        <a:xfrm>
          <a:off x="0" y="2342029"/>
          <a:ext cx="5000124" cy="769859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Uses DFS but with a depth limit</a:t>
          </a:r>
        </a:p>
      </dsp:txBody>
      <dsp:txXfrm>
        <a:off x="37581" y="2379610"/>
        <a:ext cx="4924962" cy="694697"/>
      </dsp:txXfrm>
    </dsp:sp>
    <dsp:sp modelId="{54529E1E-D046-41B1-BF10-DC9AFBBCECA2}">
      <dsp:nvSpPr>
        <dsp:cNvPr id="0" name=""/>
        <dsp:cNvSpPr/>
      </dsp:nvSpPr>
      <dsp:spPr>
        <a:xfrm>
          <a:off x="0" y="3152210"/>
          <a:ext cx="5000124" cy="769859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Repeats the search with increasing depth limits</a:t>
          </a:r>
        </a:p>
      </dsp:txBody>
      <dsp:txXfrm>
        <a:off x="37581" y="3189791"/>
        <a:ext cx="4924962" cy="694697"/>
      </dsp:txXfrm>
    </dsp:sp>
    <dsp:sp modelId="{1728D462-A719-4F4E-8AA5-DF0A8EF840E1}">
      <dsp:nvSpPr>
        <dsp:cNvPr id="0" name=""/>
        <dsp:cNvSpPr/>
      </dsp:nvSpPr>
      <dsp:spPr>
        <a:xfrm>
          <a:off x="0" y="3962390"/>
          <a:ext cx="5000124" cy="769859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Finds the shallowest solution using low memory</a:t>
          </a:r>
        </a:p>
      </dsp:txBody>
      <dsp:txXfrm>
        <a:off x="37581" y="3999971"/>
        <a:ext cx="4924962" cy="69469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A3873E-1FED-4DBE-B933-B3C0E1C63436}">
      <dsp:nvSpPr>
        <dsp:cNvPr id="0" name=""/>
        <dsp:cNvSpPr/>
      </dsp:nvSpPr>
      <dsp:spPr>
        <a:xfrm>
          <a:off x="0" y="2663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14E7432-1EF4-42BE-A4FB-A8FBF7CDD012}">
      <dsp:nvSpPr>
        <dsp:cNvPr id="0" name=""/>
        <dsp:cNvSpPr/>
      </dsp:nvSpPr>
      <dsp:spPr>
        <a:xfrm>
          <a:off x="0" y="2663"/>
          <a:ext cx="5000124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DFS: Low memory but not optimal</a:t>
          </a:r>
        </a:p>
      </dsp:txBody>
      <dsp:txXfrm>
        <a:off x="0" y="2663"/>
        <a:ext cx="5000124" cy="908098"/>
      </dsp:txXfrm>
    </dsp:sp>
    <dsp:sp modelId="{B77DCA67-D064-4BBC-9012-8DB650491F4E}">
      <dsp:nvSpPr>
        <dsp:cNvPr id="0" name=""/>
        <dsp:cNvSpPr/>
      </dsp:nvSpPr>
      <dsp:spPr>
        <a:xfrm>
          <a:off x="0" y="910762"/>
          <a:ext cx="5000124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D93F7CD-0704-488F-A49B-14827E3F67C6}">
      <dsp:nvSpPr>
        <dsp:cNvPr id="0" name=""/>
        <dsp:cNvSpPr/>
      </dsp:nvSpPr>
      <dsp:spPr>
        <a:xfrm>
          <a:off x="0" y="910762"/>
          <a:ext cx="5000124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BFS: Optimal but very high memory usage</a:t>
          </a:r>
        </a:p>
      </dsp:txBody>
      <dsp:txXfrm>
        <a:off x="0" y="910762"/>
        <a:ext cx="5000124" cy="908098"/>
      </dsp:txXfrm>
    </dsp:sp>
    <dsp:sp modelId="{E2C33E23-609C-4E90-B9EE-E5FF8A233A35}">
      <dsp:nvSpPr>
        <dsp:cNvPr id="0" name=""/>
        <dsp:cNvSpPr/>
      </dsp:nvSpPr>
      <dsp:spPr>
        <a:xfrm>
          <a:off x="0" y="1818861"/>
          <a:ext cx="5000124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E1262DC-1F5E-44A7-9C3F-CB2694DA9CB2}">
      <dsp:nvSpPr>
        <dsp:cNvPr id="0" name=""/>
        <dsp:cNvSpPr/>
      </dsp:nvSpPr>
      <dsp:spPr>
        <a:xfrm>
          <a:off x="0" y="1818861"/>
          <a:ext cx="5000124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IDDFS:</a:t>
          </a:r>
        </a:p>
      </dsp:txBody>
      <dsp:txXfrm>
        <a:off x="0" y="1818861"/>
        <a:ext cx="5000124" cy="908098"/>
      </dsp:txXfrm>
    </dsp:sp>
    <dsp:sp modelId="{4C11E4D4-A46E-4E63-8984-D9A3A774BEAD}">
      <dsp:nvSpPr>
        <dsp:cNvPr id="0" name=""/>
        <dsp:cNvSpPr/>
      </dsp:nvSpPr>
      <dsp:spPr>
        <a:xfrm>
          <a:off x="0" y="2726960"/>
          <a:ext cx="5000124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A07962E-A72D-45B1-BC5F-D91893A4CB17}">
      <dsp:nvSpPr>
        <dsp:cNvPr id="0" name=""/>
        <dsp:cNvSpPr/>
      </dsp:nvSpPr>
      <dsp:spPr>
        <a:xfrm>
          <a:off x="0" y="2726960"/>
          <a:ext cx="5000124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Optimal (like BFS)</a:t>
          </a:r>
        </a:p>
      </dsp:txBody>
      <dsp:txXfrm>
        <a:off x="0" y="2726960"/>
        <a:ext cx="5000124" cy="908098"/>
      </dsp:txXfrm>
    </dsp:sp>
    <dsp:sp modelId="{DD0D8F26-5BAF-4FC8-A403-E7899F354903}">
      <dsp:nvSpPr>
        <dsp:cNvPr id="0" name=""/>
        <dsp:cNvSpPr/>
      </dsp:nvSpPr>
      <dsp:spPr>
        <a:xfrm>
          <a:off x="0" y="3635058"/>
          <a:ext cx="5000124" cy="0"/>
        </a:xfrm>
        <a:prstGeom prst="lin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B52565D-7127-46EA-9EA4-9950F7B5674C}">
      <dsp:nvSpPr>
        <dsp:cNvPr id="0" name=""/>
        <dsp:cNvSpPr/>
      </dsp:nvSpPr>
      <dsp:spPr>
        <a:xfrm>
          <a:off x="0" y="3635058"/>
          <a:ext cx="5000124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It uses low memory (like DFS)</a:t>
          </a:r>
        </a:p>
      </dsp:txBody>
      <dsp:txXfrm>
        <a:off x="0" y="3635058"/>
        <a:ext cx="5000124" cy="908098"/>
      </dsp:txXfrm>
    </dsp:sp>
    <dsp:sp modelId="{226161C5-A313-4247-8C96-F8BD04382A2A}">
      <dsp:nvSpPr>
        <dsp:cNvPr id="0" name=""/>
        <dsp:cNvSpPr/>
      </dsp:nvSpPr>
      <dsp:spPr>
        <a:xfrm>
          <a:off x="0" y="4543157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83E6612-386F-45AF-AEE1-09DA9900AC04}">
      <dsp:nvSpPr>
        <dsp:cNvPr id="0" name=""/>
        <dsp:cNvSpPr/>
      </dsp:nvSpPr>
      <dsp:spPr>
        <a:xfrm>
          <a:off x="0" y="4543157"/>
          <a:ext cx="5000124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Suitable when solution depth is unknown</a:t>
          </a:r>
        </a:p>
      </dsp:txBody>
      <dsp:txXfrm>
        <a:off x="0" y="4543157"/>
        <a:ext cx="5000124" cy="90809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D2C698-2B65-4716-BCAC-F6913ED0C0DA}">
      <dsp:nvSpPr>
        <dsp:cNvPr id="0" name=""/>
        <dsp:cNvSpPr/>
      </dsp:nvSpPr>
      <dsp:spPr>
        <a:xfrm>
          <a:off x="0" y="4473396"/>
          <a:ext cx="1250031" cy="978669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2" tIns="170688" rIns="88902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Repeat</a:t>
          </a:r>
        </a:p>
      </dsp:txBody>
      <dsp:txXfrm>
        <a:off x="0" y="4473396"/>
        <a:ext cx="1250031" cy="978669"/>
      </dsp:txXfrm>
    </dsp:sp>
    <dsp:sp modelId="{3F79ABE0-A627-41FF-865C-8CD439AACF3B}">
      <dsp:nvSpPr>
        <dsp:cNvPr id="0" name=""/>
        <dsp:cNvSpPr/>
      </dsp:nvSpPr>
      <dsp:spPr>
        <a:xfrm>
          <a:off x="1250031" y="4473396"/>
          <a:ext cx="3750093" cy="978669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070" tIns="228600" rIns="76070" bIns="22860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Repeat until goal is found</a:t>
          </a:r>
        </a:p>
      </dsp:txBody>
      <dsp:txXfrm>
        <a:off x="1250031" y="4473396"/>
        <a:ext cx="3750093" cy="978669"/>
      </dsp:txXfrm>
    </dsp:sp>
    <dsp:sp modelId="{641940E8-7240-4CA3-9712-BE5726C62559}">
      <dsp:nvSpPr>
        <dsp:cNvPr id="0" name=""/>
        <dsp:cNvSpPr/>
      </dsp:nvSpPr>
      <dsp:spPr>
        <a:xfrm rot="10800000">
          <a:off x="0" y="2982882"/>
          <a:ext cx="1250031" cy="1505194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gradFill rotWithShape="0">
          <a:gsLst>
            <a:gs pos="0">
              <a:schemeClr val="accent5">
                <a:hueOff val="-3311292"/>
                <a:satOff val="13270"/>
                <a:lumOff val="287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3311292"/>
                <a:satOff val="13270"/>
                <a:lumOff val="287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3311292"/>
              <a:satOff val="13270"/>
              <a:lumOff val="2876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2" tIns="170688" rIns="88902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Increase</a:t>
          </a:r>
        </a:p>
      </dsp:txBody>
      <dsp:txXfrm rot="-10800000">
        <a:off x="0" y="2982882"/>
        <a:ext cx="1250031" cy="978376"/>
      </dsp:txXfrm>
    </dsp:sp>
    <dsp:sp modelId="{678ABE55-5A8D-44CB-8BBC-2C497BF38971}">
      <dsp:nvSpPr>
        <dsp:cNvPr id="0" name=""/>
        <dsp:cNvSpPr/>
      </dsp:nvSpPr>
      <dsp:spPr>
        <a:xfrm>
          <a:off x="1250031" y="2982882"/>
          <a:ext cx="3750093" cy="978376"/>
        </a:xfrm>
        <a:prstGeom prst="rect">
          <a:avLst/>
        </a:prstGeom>
        <a:solidFill>
          <a:schemeClr val="accent5">
            <a:tint val="40000"/>
            <a:alpha val="90000"/>
            <a:hueOff val="-3580161"/>
            <a:satOff val="16084"/>
            <a:lumOff val="1106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-3580161"/>
              <a:satOff val="16084"/>
              <a:lumOff val="1106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070" tIns="228600" rIns="76070" bIns="22860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If goal not found, increase depth limit</a:t>
          </a:r>
        </a:p>
      </dsp:txBody>
      <dsp:txXfrm>
        <a:off x="1250031" y="2982882"/>
        <a:ext cx="3750093" cy="978376"/>
      </dsp:txXfrm>
    </dsp:sp>
    <dsp:sp modelId="{82FC243B-F608-438C-B2B8-BB0B2A5A9F16}">
      <dsp:nvSpPr>
        <dsp:cNvPr id="0" name=""/>
        <dsp:cNvSpPr/>
      </dsp:nvSpPr>
      <dsp:spPr>
        <a:xfrm rot="10800000">
          <a:off x="0" y="1492368"/>
          <a:ext cx="1250031" cy="1505194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gradFill rotWithShape="0">
          <a:gsLst>
            <a:gs pos="0">
              <a:schemeClr val="accent5">
                <a:hueOff val="-6622584"/>
                <a:satOff val="26541"/>
                <a:lumOff val="5752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6622584"/>
                <a:satOff val="26541"/>
                <a:lumOff val="5752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6622584"/>
              <a:satOff val="26541"/>
              <a:lumOff val="5752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2" tIns="170688" rIns="88902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Run</a:t>
          </a:r>
        </a:p>
      </dsp:txBody>
      <dsp:txXfrm rot="-10800000">
        <a:off x="0" y="1492368"/>
        <a:ext cx="1250031" cy="978376"/>
      </dsp:txXfrm>
    </dsp:sp>
    <dsp:sp modelId="{BE756B74-68A6-4012-A36A-F0E1A1C092C4}">
      <dsp:nvSpPr>
        <dsp:cNvPr id="0" name=""/>
        <dsp:cNvSpPr/>
      </dsp:nvSpPr>
      <dsp:spPr>
        <a:xfrm>
          <a:off x="1250031" y="1492368"/>
          <a:ext cx="3750093" cy="978376"/>
        </a:xfrm>
        <a:prstGeom prst="rect">
          <a:avLst/>
        </a:prstGeom>
        <a:solidFill>
          <a:schemeClr val="accent5">
            <a:tint val="40000"/>
            <a:alpha val="90000"/>
            <a:hueOff val="-7160321"/>
            <a:satOff val="32169"/>
            <a:lumOff val="2211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-7160321"/>
              <a:satOff val="32169"/>
              <a:lumOff val="2211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070" tIns="228600" rIns="76070" bIns="22860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Run Depth-Limited DFS</a:t>
          </a:r>
        </a:p>
      </dsp:txBody>
      <dsp:txXfrm>
        <a:off x="1250031" y="1492368"/>
        <a:ext cx="3750093" cy="978376"/>
      </dsp:txXfrm>
    </dsp:sp>
    <dsp:sp modelId="{718ABB11-954D-4EFC-A708-AE95BD601D31}">
      <dsp:nvSpPr>
        <dsp:cNvPr id="0" name=""/>
        <dsp:cNvSpPr/>
      </dsp:nvSpPr>
      <dsp:spPr>
        <a:xfrm rot="10800000">
          <a:off x="0" y="1854"/>
          <a:ext cx="1250031" cy="1505194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2" tIns="170688" rIns="88902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Set</a:t>
          </a:r>
        </a:p>
      </dsp:txBody>
      <dsp:txXfrm rot="-10800000">
        <a:off x="0" y="1854"/>
        <a:ext cx="1250031" cy="978376"/>
      </dsp:txXfrm>
    </dsp:sp>
    <dsp:sp modelId="{B99348C5-CBD2-4635-88E6-18978F6D5135}">
      <dsp:nvSpPr>
        <dsp:cNvPr id="0" name=""/>
        <dsp:cNvSpPr/>
      </dsp:nvSpPr>
      <dsp:spPr>
        <a:xfrm>
          <a:off x="1250031" y="1854"/>
          <a:ext cx="3750093" cy="978376"/>
        </a:xfrm>
        <a:prstGeom prst="rect">
          <a:avLst/>
        </a:prstGeom>
        <a:solidFill>
          <a:schemeClr val="accent5">
            <a:tint val="40000"/>
            <a:alpha val="90000"/>
            <a:hueOff val="-10740482"/>
            <a:satOff val="48253"/>
            <a:lumOff val="3317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-10740482"/>
              <a:satOff val="48253"/>
              <a:lumOff val="3317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070" tIns="228600" rIns="76070" bIns="22860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Set depth limit = 0</a:t>
          </a:r>
        </a:p>
      </dsp:txBody>
      <dsp:txXfrm>
        <a:off x="1250031" y="1854"/>
        <a:ext cx="3750093" cy="97837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5E2C56-B0E1-42C6-AE0E-332C3DB48C5E}">
      <dsp:nvSpPr>
        <dsp:cNvPr id="0" name=""/>
        <dsp:cNvSpPr/>
      </dsp:nvSpPr>
      <dsp:spPr>
        <a:xfrm>
          <a:off x="0" y="0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D36D231-F0BF-40BE-8644-E8C277375343}">
      <dsp:nvSpPr>
        <dsp:cNvPr id="0" name=""/>
        <dsp:cNvSpPr/>
      </dsp:nvSpPr>
      <dsp:spPr>
        <a:xfrm>
          <a:off x="0" y="0"/>
          <a:ext cx="5000124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Its complete</a:t>
          </a:r>
        </a:p>
      </dsp:txBody>
      <dsp:txXfrm>
        <a:off x="0" y="0"/>
        <a:ext cx="5000124" cy="1363480"/>
      </dsp:txXfrm>
    </dsp:sp>
    <dsp:sp modelId="{12DAD653-8919-4E10-940E-9852D42ABF81}">
      <dsp:nvSpPr>
        <dsp:cNvPr id="0" name=""/>
        <dsp:cNvSpPr/>
      </dsp:nvSpPr>
      <dsp:spPr>
        <a:xfrm>
          <a:off x="0" y="1363480"/>
          <a:ext cx="5000124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6393009-4AB4-4DA2-818B-83AAC0647950}">
      <dsp:nvSpPr>
        <dsp:cNvPr id="0" name=""/>
        <dsp:cNvSpPr/>
      </dsp:nvSpPr>
      <dsp:spPr>
        <a:xfrm>
          <a:off x="0" y="1363480"/>
          <a:ext cx="5000124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Its optimal (unit step cost)</a:t>
          </a:r>
        </a:p>
      </dsp:txBody>
      <dsp:txXfrm>
        <a:off x="0" y="1363480"/>
        <a:ext cx="5000124" cy="1363480"/>
      </dsp:txXfrm>
    </dsp:sp>
    <dsp:sp modelId="{4A70EF10-B025-49AF-B6CC-BC8382E317C6}">
      <dsp:nvSpPr>
        <dsp:cNvPr id="0" name=""/>
        <dsp:cNvSpPr/>
      </dsp:nvSpPr>
      <dsp:spPr>
        <a:xfrm>
          <a:off x="0" y="2726960"/>
          <a:ext cx="5000124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B19B56E-D35A-41FB-8F5C-6DDD9574B893}">
      <dsp:nvSpPr>
        <dsp:cNvPr id="0" name=""/>
        <dsp:cNvSpPr/>
      </dsp:nvSpPr>
      <dsp:spPr>
        <a:xfrm>
          <a:off x="0" y="2726960"/>
          <a:ext cx="5000124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Time Complexity: O(b^d)</a:t>
          </a:r>
        </a:p>
      </dsp:txBody>
      <dsp:txXfrm>
        <a:off x="0" y="2726960"/>
        <a:ext cx="5000124" cy="1363480"/>
      </dsp:txXfrm>
    </dsp:sp>
    <dsp:sp modelId="{0C847634-06D5-4999-B2D7-245792BBD463}">
      <dsp:nvSpPr>
        <dsp:cNvPr id="0" name=""/>
        <dsp:cNvSpPr/>
      </dsp:nvSpPr>
      <dsp:spPr>
        <a:xfrm>
          <a:off x="0" y="4090440"/>
          <a:ext cx="5000124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2ACE6B3-F4D8-4FF8-8175-C9F5EBEF104E}">
      <dsp:nvSpPr>
        <dsp:cNvPr id="0" name=""/>
        <dsp:cNvSpPr/>
      </dsp:nvSpPr>
      <dsp:spPr>
        <a:xfrm>
          <a:off x="0" y="4090440"/>
          <a:ext cx="5000124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Space Complexity: O(bd)</a:t>
          </a:r>
        </a:p>
      </dsp:txBody>
      <dsp:txXfrm>
        <a:off x="0" y="4090440"/>
        <a:ext cx="5000124" cy="136348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3012B8-AC04-4BF4-854E-64C9A919D7C3}">
      <dsp:nvSpPr>
        <dsp:cNvPr id="0" name=""/>
        <dsp:cNvSpPr/>
      </dsp:nvSpPr>
      <dsp:spPr>
        <a:xfrm>
          <a:off x="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D507B0-ABE7-4EA5-8D30-4DEDDB5F5686}">
      <dsp:nvSpPr>
        <dsp:cNvPr id="0" name=""/>
        <dsp:cNvSpPr/>
      </dsp:nvSpPr>
      <dsp:spPr>
        <a:xfrm>
          <a:off x="256120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Games like Connect 4:</a:t>
          </a:r>
        </a:p>
      </dsp:txBody>
      <dsp:txXfrm>
        <a:off x="298991" y="1277365"/>
        <a:ext cx="2219346" cy="1377989"/>
      </dsp:txXfrm>
    </dsp:sp>
    <dsp:sp modelId="{13A4D226-F836-4EE7-A40B-DFFAFE7801AA}">
      <dsp:nvSpPr>
        <dsp:cNvPr id="0" name=""/>
        <dsp:cNvSpPr/>
      </dsp:nvSpPr>
      <dsp:spPr>
        <a:xfrm>
          <a:off x="281733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7D2A3C-6C27-4010-9067-E00023300A99}">
      <dsp:nvSpPr>
        <dsp:cNvPr id="0" name=""/>
        <dsp:cNvSpPr/>
      </dsp:nvSpPr>
      <dsp:spPr>
        <a:xfrm>
          <a:off x="3073451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Gps route planning for large maps.</a:t>
          </a:r>
        </a:p>
      </dsp:txBody>
      <dsp:txXfrm>
        <a:off x="3116322" y="1277365"/>
        <a:ext cx="2219346" cy="1377989"/>
      </dsp:txXfrm>
    </dsp:sp>
    <dsp:sp modelId="{C70CE109-8631-400C-9666-366A856BB5FA}">
      <dsp:nvSpPr>
        <dsp:cNvPr id="0" name=""/>
        <dsp:cNvSpPr/>
      </dsp:nvSpPr>
      <dsp:spPr>
        <a:xfrm>
          <a:off x="5634661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FE595A-178E-4599-A5C8-3D3AD25F96D1}">
      <dsp:nvSpPr>
        <dsp:cNvPr id="0" name=""/>
        <dsp:cNvSpPr/>
      </dsp:nvSpPr>
      <dsp:spPr>
        <a:xfrm>
          <a:off x="5890782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Network trouble shooting.</a:t>
          </a:r>
        </a:p>
      </dsp:txBody>
      <dsp:txXfrm>
        <a:off x="5933653" y="1277365"/>
        <a:ext cx="2219346" cy="137798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CCDFE4-BF87-4F0C-921F-59647016A6E6}">
      <dsp:nvSpPr>
        <dsp:cNvPr id="0" name=""/>
        <dsp:cNvSpPr/>
      </dsp:nvSpPr>
      <dsp:spPr>
        <a:xfrm>
          <a:off x="285002" y="983022"/>
          <a:ext cx="876041" cy="876041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40D2E6-40EA-47C2-860F-416AFBF985ED}">
      <dsp:nvSpPr>
        <dsp:cNvPr id="0" name=""/>
        <dsp:cNvSpPr/>
      </dsp:nvSpPr>
      <dsp:spPr>
        <a:xfrm>
          <a:off x="471700" y="1169720"/>
          <a:ext cx="502646" cy="50264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29B27A-6C89-4A64-85E5-11B3177D804E}">
      <dsp:nvSpPr>
        <dsp:cNvPr id="0" name=""/>
        <dsp:cNvSpPr/>
      </dsp:nvSpPr>
      <dsp:spPr>
        <a:xfrm>
          <a:off x="4956" y="2131929"/>
          <a:ext cx="1436132" cy="574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IDDFS:</a:t>
          </a:r>
        </a:p>
      </dsp:txBody>
      <dsp:txXfrm>
        <a:off x="4956" y="2131929"/>
        <a:ext cx="1436132" cy="574453"/>
      </dsp:txXfrm>
    </dsp:sp>
    <dsp:sp modelId="{1A3387E7-D8B7-41C7-8E63-2034EFD45326}">
      <dsp:nvSpPr>
        <dsp:cNvPr id="0" name=""/>
        <dsp:cNvSpPr/>
      </dsp:nvSpPr>
      <dsp:spPr>
        <a:xfrm>
          <a:off x="1972458" y="983022"/>
          <a:ext cx="876041" cy="876041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643C73-8F96-45CC-AFD8-716D2D04E730}">
      <dsp:nvSpPr>
        <dsp:cNvPr id="0" name=""/>
        <dsp:cNvSpPr/>
      </dsp:nvSpPr>
      <dsp:spPr>
        <a:xfrm>
          <a:off x="2159156" y="1169720"/>
          <a:ext cx="502646" cy="50264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7BF0E5-80A8-4544-AA85-52945450B6DC}">
      <dsp:nvSpPr>
        <dsp:cNvPr id="0" name=""/>
        <dsp:cNvSpPr/>
      </dsp:nvSpPr>
      <dsp:spPr>
        <a:xfrm>
          <a:off x="1692413" y="2131929"/>
          <a:ext cx="1436132" cy="574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• Combines DFS and BFS</a:t>
          </a:r>
        </a:p>
      </dsp:txBody>
      <dsp:txXfrm>
        <a:off x="1692413" y="2131929"/>
        <a:ext cx="1436132" cy="574453"/>
      </dsp:txXfrm>
    </dsp:sp>
    <dsp:sp modelId="{FE257F56-41E8-4836-8991-F868D38AC4A2}">
      <dsp:nvSpPr>
        <dsp:cNvPr id="0" name=""/>
        <dsp:cNvSpPr/>
      </dsp:nvSpPr>
      <dsp:spPr>
        <a:xfrm>
          <a:off x="3659914" y="983022"/>
          <a:ext cx="876041" cy="876041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86BB62-8588-4E88-86FC-10F20D8F7B50}">
      <dsp:nvSpPr>
        <dsp:cNvPr id="0" name=""/>
        <dsp:cNvSpPr/>
      </dsp:nvSpPr>
      <dsp:spPr>
        <a:xfrm>
          <a:off x="3846612" y="1169720"/>
          <a:ext cx="502646" cy="50264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62588A-933F-4B69-B6CB-DE8A14E04816}">
      <dsp:nvSpPr>
        <dsp:cNvPr id="0" name=""/>
        <dsp:cNvSpPr/>
      </dsp:nvSpPr>
      <dsp:spPr>
        <a:xfrm>
          <a:off x="3379869" y="2131929"/>
          <a:ext cx="1436132" cy="574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• Uses low memory</a:t>
          </a:r>
        </a:p>
      </dsp:txBody>
      <dsp:txXfrm>
        <a:off x="3379869" y="2131929"/>
        <a:ext cx="1436132" cy="574453"/>
      </dsp:txXfrm>
    </dsp:sp>
    <dsp:sp modelId="{C86C400F-4874-4BE6-B5C6-4FA532B86D12}">
      <dsp:nvSpPr>
        <dsp:cNvPr id="0" name=""/>
        <dsp:cNvSpPr/>
      </dsp:nvSpPr>
      <dsp:spPr>
        <a:xfrm>
          <a:off x="5347371" y="983022"/>
          <a:ext cx="876041" cy="876041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523067-A452-4087-82F7-1372DC9D2F2D}">
      <dsp:nvSpPr>
        <dsp:cNvPr id="0" name=""/>
        <dsp:cNvSpPr/>
      </dsp:nvSpPr>
      <dsp:spPr>
        <a:xfrm>
          <a:off x="5534068" y="1169720"/>
          <a:ext cx="502646" cy="50264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D0D5C9-EC4A-4E0C-AF6F-EE2637F71F88}">
      <dsp:nvSpPr>
        <dsp:cNvPr id="0" name=""/>
        <dsp:cNvSpPr/>
      </dsp:nvSpPr>
      <dsp:spPr>
        <a:xfrm>
          <a:off x="5067325" y="2131929"/>
          <a:ext cx="1436132" cy="574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• Finds shortest solution</a:t>
          </a:r>
        </a:p>
      </dsp:txBody>
      <dsp:txXfrm>
        <a:off x="5067325" y="2131929"/>
        <a:ext cx="1436132" cy="574453"/>
      </dsp:txXfrm>
    </dsp:sp>
    <dsp:sp modelId="{DA8AD29A-EC1F-4AC9-800B-A84A5E4F39C7}">
      <dsp:nvSpPr>
        <dsp:cNvPr id="0" name=""/>
        <dsp:cNvSpPr/>
      </dsp:nvSpPr>
      <dsp:spPr>
        <a:xfrm>
          <a:off x="7034827" y="983022"/>
          <a:ext cx="876041" cy="876041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8FC5B2-A0C4-4ECD-9635-4F42DCBCB88A}">
      <dsp:nvSpPr>
        <dsp:cNvPr id="0" name=""/>
        <dsp:cNvSpPr/>
      </dsp:nvSpPr>
      <dsp:spPr>
        <a:xfrm>
          <a:off x="7221524" y="1169720"/>
          <a:ext cx="502646" cy="50264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136F4C-D3D3-4014-8EDF-135BA61107D0}">
      <dsp:nvSpPr>
        <dsp:cNvPr id="0" name=""/>
        <dsp:cNvSpPr/>
      </dsp:nvSpPr>
      <dsp:spPr>
        <a:xfrm>
          <a:off x="6754781" y="2131929"/>
          <a:ext cx="1436132" cy="574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• Ideal when depth is unknown</a:t>
          </a:r>
        </a:p>
      </dsp:txBody>
      <dsp:txXfrm>
        <a:off x="6754781" y="2131929"/>
        <a:ext cx="1436132" cy="5744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1586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Good day, sir/ma’am. Today I’m presenting Iterative Deepening Depth-First Search, also known as IDDFS. I’ll explain what it is, how it works, and where it is applied in real life.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diagram shows how IDDFS works on a search tree. The algorithm first explores only the root, then nodes at depth one, then depth two, and so on, until it reaches the level where the goal node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IDDFS is a search algorithm that combines the ideas of Depth-First Search and Breadth-First Search. It performs a depth-first search but with a depth limit that increases gradually.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reason we use IDDFS is because DFS uses very little memory but does not guarantee the shortest solution, while BFS guarantees the shortest solution but uses a lot of memory. IDDFS balances these two by being both memory-efficient and optimal.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algorithm starts by setting the depth limit to zero and performing a depth-limited DFS. If the goal is not found, the depth limit is increased by one and the search is repeated until the goal is found.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IDDFS is complete, meaning it will always find a solution if one exists. It is also optimal when all step costs are equal. Although nodes are revisited, the space complexity remains low compared to BFS.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real-life application of IDDFS is in game-playing AI, such as chess engines. The algorithm searches possible moves to increasing depths and always keeps the best move found within the time limit.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 conclusion, IDDFS is a useful search algorithm when the depth of the solution is unknown, memory is limited, and an optimal solution is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86118" y="735106"/>
            <a:ext cx="7540322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200">
                <a:solidFill>
                  <a:srgbClr val="FFFFFF"/>
                </a:solidFill>
              </a:rPr>
              <a:t>Iterative Deepening Depth-First Search (IDDFS)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836E6B6-1F43-31C8-D717-BF888456DE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3011" y="4870824"/>
            <a:ext cx="7504463" cy="1458258"/>
          </a:xfrm>
        </p:spPr>
        <p:txBody>
          <a:bodyPr anchor="ctr">
            <a:normAutofit/>
          </a:bodyPr>
          <a:lstStyle/>
          <a:p>
            <a:pPr algn="l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200">
                <a:solidFill>
                  <a:srgbClr val="FFFFFF"/>
                </a:solidFill>
              </a:rPr>
              <a:t>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endParaRPr lang="en-US" sz="1700" dirty="0"/>
          </a:p>
          <a:p>
            <a:r>
              <a:rPr lang="en-US" sz="1700" dirty="0"/>
              <a:t>The algorithm explores one level at a time, but within each level it uses depth-first search until the depth limit is reached.</a:t>
            </a:r>
          </a:p>
          <a:p>
            <a:endParaRPr lang="en-US" sz="1700" dirty="0"/>
          </a:p>
          <a:p>
            <a:r>
              <a:rPr lang="en-US" sz="1700" dirty="0"/>
              <a:t>Search Tree Example:</a:t>
            </a:r>
          </a:p>
          <a:p>
            <a:endParaRPr lang="en-US" sz="1700" dirty="0"/>
          </a:p>
          <a:p>
            <a:r>
              <a:rPr lang="en-US" sz="1700" dirty="0"/>
              <a:t>        A</a:t>
            </a:r>
          </a:p>
          <a:p>
            <a:r>
              <a:rPr lang="en-US" sz="1700" dirty="0"/>
              <a:t>      /   \</a:t>
            </a:r>
          </a:p>
          <a:p>
            <a:r>
              <a:rPr lang="en-US" sz="1700" dirty="0"/>
              <a:t>     B     C</a:t>
            </a:r>
          </a:p>
          <a:p>
            <a:r>
              <a:rPr lang="en-US" sz="1700" dirty="0"/>
              <a:t>    / \     \</a:t>
            </a:r>
          </a:p>
          <a:p>
            <a:r>
              <a:rPr lang="en-US" sz="1700" dirty="0"/>
              <a:t>   D   E     F</a:t>
            </a:r>
          </a:p>
          <a:p>
            <a:r>
              <a:rPr lang="en-US" sz="1700" dirty="0"/>
              <a:t>  /</a:t>
            </a:r>
          </a:p>
          <a:p>
            <a:r>
              <a:rPr lang="en-US" sz="1700" dirty="0"/>
              <a:t> G  (Goal)</a:t>
            </a:r>
          </a:p>
          <a:p>
            <a:endParaRPr lang="en-US" sz="1700" dirty="0"/>
          </a:p>
          <a:p>
            <a:r>
              <a:rPr lang="en-US" sz="1700" dirty="0"/>
              <a:t>IDDFS explores level by level using DFS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What is IDDFS?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048C56F-5DCC-0906-A6C8-46A91318B3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07166402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Why Use IDDFS?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D033CA0-0AC8-0B96-9A46-9E732C6966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7996159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How IDDFS Works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02BD2D2-BB81-EA7B-35C3-57C35FB320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29801489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Key Properties of IDDFS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6384B4C-6CD2-C896-2E1E-58F70A4273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0471461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Real-Life Application: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0A697BF-360B-DA87-6DAA-1C02D9D644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81298537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Summary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71900AB-96B5-0DFA-6484-85CFB0BF0E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0949863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577</Words>
  <Application>Microsoft Office PowerPoint</Application>
  <PresentationFormat>On-screen Show (4:3)</PresentationFormat>
  <Paragraphs>61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Iterative Deepening Depth-First Search (IDDFS)</vt:lpstr>
      <vt:lpstr>Visualization</vt:lpstr>
      <vt:lpstr>What is IDDFS?</vt:lpstr>
      <vt:lpstr>Why Use IDDFS?</vt:lpstr>
      <vt:lpstr>How IDDFS Works</vt:lpstr>
      <vt:lpstr>Key Properties of IDDFS</vt:lpstr>
      <vt:lpstr>Real-Life Application: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Aleke James</dc:creator>
  <cp:keywords/>
  <dc:description>generated using python-pptx</dc:description>
  <cp:lastModifiedBy>Aleke  James</cp:lastModifiedBy>
  <cp:revision>4</cp:revision>
  <dcterms:created xsi:type="dcterms:W3CDTF">2013-01-27T09:14:16Z</dcterms:created>
  <dcterms:modified xsi:type="dcterms:W3CDTF">2026-02-04T14:39:06Z</dcterms:modified>
  <cp:category/>
</cp:coreProperties>
</file>